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5431" r:id="rId6"/>
    <p:sldMasterId id="2147485659" r:id="rId7"/>
  </p:sldMasterIdLst>
  <p:notesMasterIdLst>
    <p:notesMasterId r:id="rId27"/>
  </p:notesMasterIdLst>
  <p:handoutMasterIdLst>
    <p:handoutMasterId r:id="rId28"/>
  </p:handoutMasterIdLst>
  <p:sldIdLst>
    <p:sldId id="256" r:id="rId8"/>
    <p:sldId id="346" r:id="rId9"/>
    <p:sldId id="469" r:id="rId10"/>
    <p:sldId id="507" r:id="rId11"/>
    <p:sldId id="508" r:id="rId12"/>
    <p:sldId id="509" r:id="rId13"/>
    <p:sldId id="510" r:id="rId14"/>
    <p:sldId id="511" r:id="rId15"/>
    <p:sldId id="512" r:id="rId16"/>
    <p:sldId id="513" r:id="rId17"/>
    <p:sldId id="514" r:id="rId18"/>
    <p:sldId id="515" r:id="rId19"/>
    <p:sldId id="516" r:id="rId20"/>
    <p:sldId id="517" r:id="rId21"/>
    <p:sldId id="518" r:id="rId22"/>
    <p:sldId id="519" r:id="rId23"/>
    <p:sldId id="520" r:id="rId24"/>
    <p:sldId id="521" r:id="rId25"/>
    <p:sldId id="258" r:id="rId26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883F7"/>
    <a:srgbClr val="7233F7"/>
    <a:srgbClr val="6E2FF1"/>
    <a:srgbClr val="E0D1FC"/>
    <a:srgbClr val="000000"/>
    <a:srgbClr val="FFFFFF"/>
    <a:srgbClr val="080225"/>
    <a:srgbClr val="FF6900"/>
    <a:srgbClr val="00C1DE"/>
    <a:srgbClr val="7F7F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3261BF7-74B3-4997-B88C-01210EB5A2C3}" v="2" dt="2026-08-04T09:15:12.717"/>
  </p1510:revLst>
</p1510:revInfo>
</file>

<file path=ppt/tableStyles.xml><?xml version="1.0" encoding="utf-8"?>
<a:tblStyleLst xmlns:a="http://schemas.openxmlformats.org/drawingml/2006/main" def="{2D5ABB26-0587-4C30-8999-92F81FD0307C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20" autoAdjust="0"/>
    <p:restoredTop sz="96305"/>
  </p:normalViewPr>
  <p:slideViewPr>
    <p:cSldViewPr snapToGrid="0">
      <p:cViewPr varScale="1">
        <p:scale>
          <a:sx n="70" d="100"/>
          <a:sy n="70" d="100"/>
        </p:scale>
        <p:origin x="560" y="5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97" d="100"/>
          <a:sy n="97" d="100"/>
        </p:scale>
        <p:origin x="3456" y="2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" Type="http://schemas.openxmlformats.org/officeDocument/2006/relationships/customXml" Target="../customXml/item3.xml"/><Relationship Id="rId21" Type="http://schemas.openxmlformats.org/officeDocument/2006/relationships/slide" Target="slides/slide14.xml"/><Relationship Id="rId34" Type="http://schemas.microsoft.com/office/2015/10/relationships/revisionInfo" Target="revisionInfo.xml"/><Relationship Id="rId7" Type="http://schemas.openxmlformats.org/officeDocument/2006/relationships/slideMaster" Target="slideMasters/slideMaster2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1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tableStyles" Target="tableStyles.xml"/><Relationship Id="rId5" Type="http://schemas.openxmlformats.org/officeDocument/2006/relationships/customXml" Target="../customXml/item5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theme" Target="theme/theme1.xml"/><Relationship Id="rId4" Type="http://schemas.openxmlformats.org/officeDocument/2006/relationships/customXml" Target="../customXml/item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Relationship Id="rId8" Type="http://schemas.openxmlformats.org/officeDocument/2006/relationships/slide" Target="slides/slid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m Carter" userId="db1a6269-4a98-40f4-850a-a379349c8455" providerId="ADAL" clId="{ABAF003C-6A2E-48CA-BA6D-D6D12E9B1187}"/>
    <pc:docChg chg="custSel addSld delSld modSld">
      <pc:chgData name="Tom Carter" userId="db1a6269-4a98-40f4-850a-a379349c8455" providerId="ADAL" clId="{ABAF003C-6A2E-48CA-BA6D-D6D12E9B1187}" dt="2026-08-04T09:15:12.685" v="88"/>
      <pc:docMkLst>
        <pc:docMk/>
      </pc:docMkLst>
      <pc:sldChg chg="delSp modSp add mod">
        <pc:chgData name="Tom Carter" userId="db1a6269-4a98-40f4-850a-a379349c8455" providerId="ADAL" clId="{ABAF003C-6A2E-48CA-BA6D-D6D12E9B1187}" dt="2026-08-04T09:13:28.050" v="60" actId="478"/>
        <pc:sldMkLst>
          <pc:docMk/>
          <pc:sldMk cId="1237245834" sldId="256"/>
        </pc:sldMkLst>
        <pc:spChg chg="mod">
          <ac:chgData name="Tom Carter" userId="db1a6269-4a98-40f4-850a-a379349c8455" providerId="ADAL" clId="{ABAF003C-6A2E-48CA-BA6D-D6D12E9B1187}" dt="2026-08-04T09:13:07.727" v="57" actId="20577"/>
          <ac:spMkLst>
            <pc:docMk/>
            <pc:sldMk cId="1237245834" sldId="256"/>
            <ac:spMk id="2" creationId="{720272F2-7B4D-556D-DB89-999AA9031C3F}"/>
          </ac:spMkLst>
        </pc:spChg>
        <pc:spChg chg="del">
          <ac:chgData name="Tom Carter" userId="db1a6269-4a98-40f4-850a-a379349c8455" providerId="ADAL" clId="{ABAF003C-6A2E-48CA-BA6D-D6D12E9B1187}" dt="2026-08-04T09:13:23.967" v="58" actId="478"/>
          <ac:spMkLst>
            <pc:docMk/>
            <pc:sldMk cId="1237245834" sldId="256"/>
            <ac:spMk id="3" creationId="{C27EAAE4-2E78-323A-D4DB-3FBFA04767FD}"/>
          </ac:spMkLst>
        </pc:spChg>
        <pc:spChg chg="del">
          <ac:chgData name="Tom Carter" userId="db1a6269-4a98-40f4-850a-a379349c8455" providerId="ADAL" clId="{ABAF003C-6A2E-48CA-BA6D-D6D12E9B1187}" dt="2026-08-04T09:13:28.050" v="60" actId="478"/>
          <ac:spMkLst>
            <pc:docMk/>
            <pc:sldMk cId="1237245834" sldId="256"/>
            <ac:spMk id="4" creationId="{E07DBF81-FE80-E66F-853C-A39999BF06B3}"/>
          </ac:spMkLst>
        </pc:spChg>
        <pc:spChg chg="del">
          <ac:chgData name="Tom Carter" userId="db1a6269-4a98-40f4-850a-a379349c8455" providerId="ADAL" clId="{ABAF003C-6A2E-48CA-BA6D-D6D12E9B1187}" dt="2026-08-04T09:13:25.769" v="59" actId="478"/>
          <ac:spMkLst>
            <pc:docMk/>
            <pc:sldMk cId="1237245834" sldId="256"/>
            <ac:spMk id="5" creationId="{73E54964-AE45-B120-54CD-151230035D18}"/>
          </ac:spMkLst>
        </pc:spChg>
      </pc:sldChg>
      <pc:sldChg chg="add">
        <pc:chgData name="Tom Carter" userId="db1a6269-4a98-40f4-850a-a379349c8455" providerId="ADAL" clId="{ABAF003C-6A2E-48CA-BA6D-D6D12E9B1187}" dt="2026-08-04T09:15:12.685" v="88"/>
        <pc:sldMkLst>
          <pc:docMk/>
          <pc:sldMk cId="213049170" sldId="258"/>
        </pc:sldMkLst>
      </pc:sldChg>
      <pc:sldChg chg="del">
        <pc:chgData name="Tom Carter" userId="db1a6269-4a98-40f4-850a-a379349c8455" providerId="ADAL" clId="{ABAF003C-6A2E-48CA-BA6D-D6D12E9B1187}" dt="2026-08-04T09:13:30.948" v="61" actId="47"/>
        <pc:sldMkLst>
          <pc:docMk/>
          <pc:sldMk cId="3601493525" sldId="371"/>
        </pc:sldMkLst>
      </pc:sldChg>
      <pc:sldChg chg="modSp mod">
        <pc:chgData name="Tom Carter" userId="db1a6269-4a98-40f4-850a-a379349c8455" providerId="ADAL" clId="{ABAF003C-6A2E-48CA-BA6D-D6D12E9B1187}" dt="2026-08-04T09:13:48.863" v="63" actId="255"/>
        <pc:sldMkLst>
          <pc:docMk/>
          <pc:sldMk cId="1607079990" sldId="469"/>
        </pc:sldMkLst>
        <pc:spChg chg="mod">
          <ac:chgData name="Tom Carter" userId="db1a6269-4a98-40f4-850a-a379349c8455" providerId="ADAL" clId="{ABAF003C-6A2E-48CA-BA6D-D6D12E9B1187}" dt="2026-08-04T09:13:43.394" v="62" actId="255"/>
          <ac:spMkLst>
            <pc:docMk/>
            <pc:sldMk cId="1607079990" sldId="469"/>
            <ac:spMk id="8" creationId="{A66AFFCB-6086-CCA9-5DD7-CAA8BC7984F8}"/>
          </ac:spMkLst>
        </pc:spChg>
        <pc:spChg chg="mod">
          <ac:chgData name="Tom Carter" userId="db1a6269-4a98-40f4-850a-a379349c8455" providerId="ADAL" clId="{ABAF003C-6A2E-48CA-BA6D-D6D12E9B1187}" dt="2026-08-04T09:13:48.863" v="63" actId="255"/>
          <ac:spMkLst>
            <pc:docMk/>
            <pc:sldMk cId="1607079990" sldId="469"/>
            <ac:spMk id="14" creationId="{6A1235F2-7B66-6390-079B-F2A7FC51DDE3}"/>
          </ac:spMkLst>
        </pc:spChg>
      </pc:sldChg>
      <pc:sldChg chg="modSp mod">
        <pc:chgData name="Tom Carter" userId="db1a6269-4a98-40f4-850a-a379349c8455" providerId="ADAL" clId="{ABAF003C-6A2E-48CA-BA6D-D6D12E9B1187}" dt="2026-08-04T09:14:15.158" v="87" actId="1035"/>
        <pc:sldMkLst>
          <pc:docMk/>
          <pc:sldMk cId="3523927744" sldId="509"/>
        </pc:sldMkLst>
        <pc:spChg chg="mod">
          <ac:chgData name="Tom Carter" userId="db1a6269-4a98-40f4-850a-a379349c8455" providerId="ADAL" clId="{ABAF003C-6A2E-48CA-BA6D-D6D12E9B1187}" dt="2026-08-04T09:14:15.158" v="87" actId="1035"/>
          <ac:spMkLst>
            <pc:docMk/>
            <pc:sldMk cId="3523927744" sldId="509"/>
            <ac:spMk id="7" creationId="{77C6AC87-0FC5-19CC-B771-E41E10AF1108}"/>
          </ac:spMkLst>
        </pc:spChg>
      </pc:sldChg>
      <pc:sldMasterChg chg="delSldLayout">
        <pc:chgData name="Tom Carter" userId="db1a6269-4a98-40f4-850a-a379349c8455" providerId="ADAL" clId="{ABAF003C-6A2E-48CA-BA6D-D6D12E9B1187}" dt="2026-08-04T09:13:30.948" v="61" actId="47"/>
        <pc:sldMasterMkLst>
          <pc:docMk/>
          <pc:sldMasterMk cId="1077791022" sldId="2147485431"/>
        </pc:sldMasterMkLst>
        <pc:sldLayoutChg chg="del">
          <pc:chgData name="Tom Carter" userId="db1a6269-4a98-40f4-850a-a379349c8455" providerId="ADAL" clId="{ABAF003C-6A2E-48CA-BA6D-D6D12E9B1187}" dt="2026-08-04T09:13:30.948" v="61" actId="47"/>
          <pc:sldLayoutMkLst>
            <pc:docMk/>
            <pc:sldMasterMk cId="1077791022" sldId="2147485431"/>
            <pc:sldLayoutMk cId="2591272499" sldId="2147485851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7B394A5-FD1F-430F-BB3A-F7878AC293E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3CE605-DAD4-4C64-BE6E-BE3D8E5504A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699187-58AF-4D6B-8526-D5C98A6AF8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charset="0"/>
                <a:ea typeface="ＭＳ Ｐゴシック" charset="-128"/>
              </a:defRPr>
            </a:lvl1pPr>
          </a:lstStyle>
          <a:p>
            <a:pPr>
              <a:defRPr/>
            </a:pPr>
            <a:fld id="{79C45C6D-DBFC-4B67-A8DE-9C2360ACC98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5318220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97C0424-39BA-4205-9510-7D8372B40F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0861BC-4E89-4909-9F41-7A6E20183733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charset="0"/>
                <a:ea typeface="ＭＳ Ｐゴシック" charset="-128"/>
              </a:defRPr>
            </a:lvl1pPr>
          </a:lstStyle>
          <a:p>
            <a:pPr>
              <a:defRPr/>
            </a:pPr>
            <a:fld id="{5B25F150-DB0B-4758-AFA9-222A6E446235}" type="datetimeFigureOut">
              <a:rPr lang="en-US" altLang="en-US"/>
              <a:pPr>
                <a:defRPr/>
              </a:pPr>
              <a:t>8/4/2026</a:t>
            </a:fld>
            <a:endParaRPr lang="en-US" alt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D5B20C51-CC4D-4C34-9C63-92F50CE02E9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DAC138B7-E2A5-4B5D-ADC2-E53A511B52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A61A1A-4481-471C-A253-BE997586AA0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C0DDD9-A1C6-46BA-89ED-AF0DD26726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charset="0"/>
                <a:ea typeface="ＭＳ Ｐゴシック" charset="-128"/>
              </a:defRPr>
            </a:lvl1pPr>
          </a:lstStyle>
          <a:p>
            <a:pPr>
              <a:defRPr/>
            </a:pPr>
            <a:fld id="{3B16354E-6974-4833-AB87-3220A0835E8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7675800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ts val="6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ts val="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rtl="0" eaLnBrk="0" fontAlgn="base" hangingPunct="0">
      <a:spcBef>
        <a:spcPts val="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rtl="0" eaLnBrk="0" fontAlgn="base" hangingPunct="0">
      <a:spcBef>
        <a:spcPts val="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rtl="0" eaLnBrk="0" fontAlgn="base" hangingPunct="0">
      <a:spcBef>
        <a:spcPts val="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noProof="0" dirty="0"/>
              <a:t> </a:t>
            </a:r>
          </a:p>
          <a:p>
            <a:endParaRPr lang="en-US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B16354E-6974-4833-AB87-3220A0835E84}" type="slidenum">
              <a:rPr lang="en-US" altLang="en-US" smtClean="0"/>
              <a:pPr>
                <a:defRPr/>
              </a:pPr>
              <a:t>2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6399177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noProof="0" dirty="0"/>
          </a:p>
          <a:p>
            <a:endParaRPr lang="en-US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B16354E-6974-4833-AB87-3220A0835E84}" type="slidenum">
              <a:rPr lang="en-US" altLang="en-US" smtClean="0"/>
              <a:pPr>
                <a:defRPr/>
              </a:pPr>
              <a:t>3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3128907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B16354E-6974-4833-AB87-3220A0835E84}" type="slidenum">
              <a:rPr lang="en-US" altLang="en-US" smtClean="0"/>
              <a:pPr>
                <a:defRPr/>
              </a:pPr>
              <a:t>4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7966664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B16354E-6974-4833-AB87-3220A0835E84}" type="slidenum">
              <a:rPr lang="en-US" altLang="en-US" smtClean="0"/>
              <a:pPr>
                <a:defRPr/>
              </a:pPr>
              <a:t>6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9364390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B16354E-6974-4833-AB87-3220A0835E84}" type="slidenum">
              <a:rPr lang="en-US" altLang="en-US" smtClean="0"/>
              <a:pPr>
                <a:defRPr/>
              </a:pPr>
              <a:t>18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8318821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3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4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5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6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27.jp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27.jp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28.jp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9.jpe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9.jpe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30.jpe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30.jpe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31.jpe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31.jpe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3.jpeg"/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4.jpeg"/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5.jpeg"/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6.jpeg"/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32.jpg"/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32.jpg"/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33.jpeg"/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9.jpeg"/><Relationship Id="rId1" Type="http://schemas.openxmlformats.org/officeDocument/2006/relationships/slideMaster" Target="../slideMasters/slideMaster2.xml"/></Relationships>
</file>

<file path=ppt/slideLayouts/_rels/slideLayout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9.jpeg"/><Relationship Id="rId1" Type="http://schemas.openxmlformats.org/officeDocument/2006/relationships/slideMaster" Target="../slideMasters/slideMaster2.xml"/></Relationships>
</file>

<file path=ppt/slideLayouts/_rels/slideLayout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30.jpeg"/><Relationship Id="rId1" Type="http://schemas.openxmlformats.org/officeDocument/2006/relationships/slideMaster" Target="../slideMasters/slideMaster2.xml"/></Relationships>
</file>

<file path=ppt/slideLayouts/_rels/slideLayout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30.jpeg"/><Relationship Id="rId1" Type="http://schemas.openxmlformats.org/officeDocument/2006/relationships/slideMaster" Target="../slideMasters/slideMaster2.xml"/></Relationships>
</file>

<file path=ppt/slideLayouts/_rels/slideLayout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31.jpeg"/><Relationship Id="rId1" Type="http://schemas.openxmlformats.org/officeDocument/2006/relationships/slideMaster" Target="../slideMasters/slideMaster2.xml"/></Relationships>
</file>

<file path=ppt/slideLayouts/_rels/slideLayout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31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6_Section Divider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E7F0CCD5-1073-94D8-28C7-67498686579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EBA5CBF-D6E1-B78D-F819-958659F344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679" y="1510375"/>
            <a:ext cx="5733288" cy="2075688"/>
          </a:xfrm>
        </p:spPr>
        <p:txBody>
          <a:bodyPr anchor="b" anchorCtr="0"/>
          <a:lstStyle>
            <a:lvl1pPr algn="l">
              <a:lnSpc>
                <a:spcPct val="85000"/>
              </a:lnSpc>
              <a:defRPr sz="4000" b="0" spc="-1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Title style</a:t>
            </a:r>
            <a:br>
              <a:rPr lang="en-US" dirty="0"/>
            </a:br>
            <a:r>
              <a:rPr lang="en-US" dirty="0"/>
              <a:t>Line 3</a:t>
            </a:r>
            <a:br>
              <a:rPr lang="en-US" dirty="0"/>
            </a:br>
            <a:r>
              <a:rPr lang="en-US" dirty="0"/>
              <a:t>Line 4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C6E3DC-972F-62B3-9E08-06619B00123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0678" y="3788370"/>
            <a:ext cx="5736792" cy="702444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000">
                <a:solidFill>
                  <a:schemeClr val="bg2"/>
                </a:solidFill>
              </a:defRPr>
            </a:lvl1pPr>
            <a:lvl2pPr marL="457200" marR="0" indent="0" algn="r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edit subtitle style</a:t>
            </a:r>
            <a:endParaRPr lang="en-GB" dirty="0"/>
          </a:p>
        </p:txBody>
      </p:sp>
      <p:sp>
        <p:nvSpPr>
          <p:cNvPr id="4" name="Text Placeholder 28">
            <a:extLst>
              <a:ext uri="{FF2B5EF4-FFF2-40B4-BE49-F238E27FC236}">
                <a16:creationId xmlns:a16="http://schemas.microsoft.com/office/drawing/2014/main" id="{AB8FC761-48C1-0B41-C76D-7ED7EE5C1EA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678" y="6311068"/>
            <a:ext cx="2881312" cy="213557"/>
          </a:xfrm>
        </p:spPr>
        <p:txBody>
          <a:bodyPr anchor="t"/>
          <a:lstStyle>
            <a:lvl1pPr marL="0" indent="0" algn="l">
              <a:spcAft>
                <a:spcPts val="600"/>
              </a:spcAft>
              <a:buFontTx/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5" name="Text Placeholder 28">
            <a:extLst>
              <a:ext uri="{FF2B5EF4-FFF2-40B4-BE49-F238E27FC236}">
                <a16:creationId xmlns:a16="http://schemas.microsoft.com/office/drawing/2014/main" id="{5CF4A44A-4298-863E-FC69-36B0A1E251C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678" y="6040944"/>
            <a:ext cx="2881312" cy="209279"/>
          </a:xfrm>
        </p:spPr>
        <p:txBody>
          <a:bodyPr anchor="t"/>
          <a:lstStyle>
            <a:lvl1pPr marL="0" indent="0" algn="l">
              <a:spcAft>
                <a:spcPts val="600"/>
              </a:spcAft>
              <a:buFontTx/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Author Name</a:t>
            </a:r>
          </a:p>
        </p:txBody>
      </p:sp>
      <p:sp>
        <p:nvSpPr>
          <p:cNvPr id="6" name="TextBox 26">
            <a:extLst>
              <a:ext uri="{FF2B5EF4-FFF2-40B4-BE49-F238E27FC236}">
                <a16:creationId xmlns:a16="http://schemas.microsoft.com/office/drawing/2014/main" id="{5FD91979-AA2E-D861-9691-AEC93BBC963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544299" y="6574374"/>
            <a:ext cx="312738" cy="110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fld id="{2682C2D1-8EA8-E748-B66F-74D4D53CF8F8}" type="slidenum">
              <a:rPr lang="en-US" altLang="en-US" sz="800" b="0" i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lnSpc>
                  <a:spcPct val="90000"/>
                </a:lnSpc>
                <a:spcAft>
                  <a:spcPts val="600"/>
                </a:spcAft>
                <a:buFont typeface="Arial" charset="0"/>
                <a:buNone/>
                <a:defRPr/>
              </a:pPr>
              <a:t>‹#›</a:t>
            </a:fld>
            <a:endParaRPr lang="en-US" alt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20">
            <a:extLst>
              <a:ext uri="{FF2B5EF4-FFF2-40B4-BE49-F238E27FC236}">
                <a16:creationId xmlns:a16="http://schemas.microsoft.com/office/drawing/2014/main" id="{3F69861B-E0D0-9572-3879-5F969D0E21F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991884" y="6576910"/>
            <a:ext cx="4636741" cy="110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r>
              <a:rPr lang="en-GB" altLang="en-US" sz="800" b="0" i="0" dirty="0">
                <a:solidFill>
                  <a:schemeClr val="bg2">
                    <a:alpha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 Arm</a:t>
            </a:r>
          </a:p>
        </p:txBody>
      </p:sp>
      <p:pic>
        <p:nvPicPr>
          <p:cNvPr id="7" name="Picture 11">
            <a:extLst>
              <a:ext uri="{FF2B5EF4-FFF2-40B4-BE49-F238E27FC236}">
                <a16:creationId xmlns:a16="http://schemas.microsoft.com/office/drawing/2014/main" id="{DE710A64-B222-9BC9-9110-2AF30A60018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34963" y="337495"/>
            <a:ext cx="1174240" cy="358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0095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0_Section Divider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2875089-8DBF-BF70-386D-8491626AECE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-2033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EBA5CBF-D6E1-B78D-F819-958659F344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679" y="1510375"/>
            <a:ext cx="5733288" cy="2075688"/>
          </a:xfrm>
        </p:spPr>
        <p:txBody>
          <a:bodyPr anchor="b" anchorCtr="0"/>
          <a:lstStyle>
            <a:lvl1pPr algn="l">
              <a:lnSpc>
                <a:spcPct val="85000"/>
              </a:lnSpc>
              <a:defRPr sz="4000" b="0" spc="-1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Title style</a:t>
            </a:r>
            <a:br>
              <a:rPr lang="en-US" dirty="0"/>
            </a:br>
            <a:r>
              <a:rPr lang="en-US" dirty="0"/>
              <a:t>Line 3</a:t>
            </a:r>
            <a:br>
              <a:rPr lang="en-US" dirty="0"/>
            </a:br>
            <a:r>
              <a:rPr lang="en-US" dirty="0"/>
              <a:t>Line 4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C6E3DC-972F-62B3-9E08-06619B00123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0678" y="3788370"/>
            <a:ext cx="5736792" cy="702444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000">
                <a:solidFill>
                  <a:schemeClr val="bg2"/>
                </a:solidFill>
              </a:defRPr>
            </a:lvl1pPr>
            <a:lvl2pPr marL="457200" marR="0" indent="0" algn="r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edit subtitle style</a:t>
            </a:r>
            <a:endParaRPr lang="en-GB" dirty="0"/>
          </a:p>
        </p:txBody>
      </p:sp>
      <p:sp>
        <p:nvSpPr>
          <p:cNvPr id="4" name="Text Placeholder 28">
            <a:extLst>
              <a:ext uri="{FF2B5EF4-FFF2-40B4-BE49-F238E27FC236}">
                <a16:creationId xmlns:a16="http://schemas.microsoft.com/office/drawing/2014/main" id="{AB8FC761-48C1-0B41-C76D-7ED7EE5C1EA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678" y="6311068"/>
            <a:ext cx="2881312" cy="213557"/>
          </a:xfrm>
        </p:spPr>
        <p:txBody>
          <a:bodyPr anchor="t"/>
          <a:lstStyle>
            <a:lvl1pPr marL="0" indent="0" algn="l">
              <a:spcAft>
                <a:spcPts val="600"/>
              </a:spcAft>
              <a:buFontTx/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5" name="Text Placeholder 28">
            <a:extLst>
              <a:ext uri="{FF2B5EF4-FFF2-40B4-BE49-F238E27FC236}">
                <a16:creationId xmlns:a16="http://schemas.microsoft.com/office/drawing/2014/main" id="{5CF4A44A-4298-863E-FC69-36B0A1E251C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678" y="6040944"/>
            <a:ext cx="2881312" cy="209279"/>
          </a:xfrm>
        </p:spPr>
        <p:txBody>
          <a:bodyPr anchor="t"/>
          <a:lstStyle>
            <a:lvl1pPr marL="0" indent="0" algn="l">
              <a:spcAft>
                <a:spcPts val="600"/>
              </a:spcAft>
              <a:buFontTx/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Author Name</a:t>
            </a:r>
          </a:p>
        </p:txBody>
      </p:sp>
      <p:sp>
        <p:nvSpPr>
          <p:cNvPr id="6" name="TextBox 26">
            <a:extLst>
              <a:ext uri="{FF2B5EF4-FFF2-40B4-BE49-F238E27FC236}">
                <a16:creationId xmlns:a16="http://schemas.microsoft.com/office/drawing/2014/main" id="{5FD91979-AA2E-D861-9691-AEC93BBC963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544299" y="6574374"/>
            <a:ext cx="312738" cy="110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fld id="{2682C2D1-8EA8-E748-B66F-74D4D53CF8F8}" type="slidenum">
              <a:rPr lang="en-US" altLang="en-US" sz="800" b="0" i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lnSpc>
                  <a:spcPct val="90000"/>
                </a:lnSpc>
                <a:spcAft>
                  <a:spcPts val="600"/>
                </a:spcAft>
                <a:buFont typeface="Arial" charset="0"/>
                <a:buNone/>
                <a:defRPr/>
              </a:pPr>
              <a:t>‹#›</a:t>
            </a:fld>
            <a:endParaRPr lang="en-US" alt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20">
            <a:extLst>
              <a:ext uri="{FF2B5EF4-FFF2-40B4-BE49-F238E27FC236}">
                <a16:creationId xmlns:a16="http://schemas.microsoft.com/office/drawing/2014/main" id="{3F69861B-E0D0-9572-3879-5F969D0E21F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991884" y="6576910"/>
            <a:ext cx="4636741" cy="110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r>
              <a:rPr lang="en-GB" altLang="en-US" sz="800" b="0" i="0" dirty="0">
                <a:solidFill>
                  <a:schemeClr val="bg2">
                    <a:alpha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 Arm</a:t>
            </a:r>
          </a:p>
        </p:txBody>
      </p:sp>
      <p:pic>
        <p:nvPicPr>
          <p:cNvPr id="7" name="Picture 11">
            <a:extLst>
              <a:ext uri="{FF2B5EF4-FFF2-40B4-BE49-F238E27FC236}">
                <a16:creationId xmlns:a16="http://schemas.microsoft.com/office/drawing/2014/main" id="{DE710A64-B222-9BC9-9110-2AF30A60018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34963" y="337495"/>
            <a:ext cx="1174240" cy="358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767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8_Section Divider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24DF13C-CEF9-9574-2804-C3448105D35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EBA5CBF-D6E1-B78D-F819-958659F344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679" y="1510375"/>
            <a:ext cx="5736792" cy="2075688"/>
          </a:xfrm>
        </p:spPr>
        <p:txBody>
          <a:bodyPr anchor="b" anchorCtr="0"/>
          <a:lstStyle>
            <a:lvl1pPr algn="l">
              <a:lnSpc>
                <a:spcPct val="85000"/>
              </a:lnSpc>
              <a:defRPr sz="4000" b="0" spc="-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Title style</a:t>
            </a:r>
            <a:br>
              <a:rPr lang="en-US" dirty="0"/>
            </a:br>
            <a:r>
              <a:rPr lang="en-US" dirty="0"/>
              <a:t>Line 3</a:t>
            </a:r>
            <a:br>
              <a:rPr lang="en-US" dirty="0"/>
            </a:br>
            <a:r>
              <a:rPr lang="en-US" dirty="0"/>
              <a:t>Line 4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C6E3DC-972F-62B3-9E08-06619B00123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0678" y="3788370"/>
            <a:ext cx="5736792" cy="702444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000">
                <a:solidFill>
                  <a:schemeClr val="tx2"/>
                </a:solidFill>
              </a:defRPr>
            </a:lvl1pPr>
            <a:lvl2pPr marL="457200" marR="0" indent="0" algn="r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edit subtitle style</a:t>
            </a:r>
            <a:endParaRPr lang="en-GB" dirty="0"/>
          </a:p>
        </p:txBody>
      </p:sp>
      <p:sp>
        <p:nvSpPr>
          <p:cNvPr id="4" name="Text Placeholder 28">
            <a:extLst>
              <a:ext uri="{FF2B5EF4-FFF2-40B4-BE49-F238E27FC236}">
                <a16:creationId xmlns:a16="http://schemas.microsoft.com/office/drawing/2014/main" id="{AB8FC761-48C1-0B41-C76D-7ED7EE5C1EA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678" y="6311068"/>
            <a:ext cx="2881312" cy="213557"/>
          </a:xfrm>
        </p:spPr>
        <p:txBody>
          <a:bodyPr anchor="t"/>
          <a:lstStyle>
            <a:lvl1pPr marL="0" indent="0" algn="l">
              <a:spcAft>
                <a:spcPts val="600"/>
              </a:spcAft>
              <a:buFontTx/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5" name="Text Placeholder 28">
            <a:extLst>
              <a:ext uri="{FF2B5EF4-FFF2-40B4-BE49-F238E27FC236}">
                <a16:creationId xmlns:a16="http://schemas.microsoft.com/office/drawing/2014/main" id="{5CF4A44A-4298-863E-FC69-36B0A1E251C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678" y="6040944"/>
            <a:ext cx="2881312" cy="209279"/>
          </a:xfrm>
        </p:spPr>
        <p:txBody>
          <a:bodyPr anchor="t"/>
          <a:lstStyle>
            <a:lvl1pPr marL="0" indent="0" algn="l">
              <a:spcAft>
                <a:spcPts val="600"/>
              </a:spcAft>
              <a:buFontTx/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Author Name</a:t>
            </a:r>
          </a:p>
        </p:txBody>
      </p:sp>
      <p:sp>
        <p:nvSpPr>
          <p:cNvPr id="6" name="TextBox 26">
            <a:extLst>
              <a:ext uri="{FF2B5EF4-FFF2-40B4-BE49-F238E27FC236}">
                <a16:creationId xmlns:a16="http://schemas.microsoft.com/office/drawing/2014/main" id="{5FD91979-AA2E-D861-9691-AEC93BBC96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44299" y="6574374"/>
            <a:ext cx="312738" cy="110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fld id="{2682C2D1-8EA8-E748-B66F-74D4D53CF8F8}" type="slidenum">
              <a:rPr lang="en-US" altLang="en-US" sz="800" b="0" i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lnSpc>
                  <a:spcPct val="90000"/>
                </a:lnSpc>
                <a:spcAft>
                  <a:spcPts val="600"/>
                </a:spcAft>
                <a:buFont typeface="Arial" charset="0"/>
                <a:buNone/>
                <a:defRPr/>
              </a:pPr>
              <a:t>‹#›</a:t>
            </a:fld>
            <a:endParaRPr lang="en-US" alt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20">
            <a:extLst>
              <a:ext uri="{FF2B5EF4-FFF2-40B4-BE49-F238E27FC236}">
                <a16:creationId xmlns:a16="http://schemas.microsoft.com/office/drawing/2014/main" id="{3F69861B-E0D0-9572-3879-5F969D0E21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91884" y="6576910"/>
            <a:ext cx="4636741" cy="110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r>
              <a:rPr lang="en-GB" altLang="en-US" sz="800" b="0" i="0" dirty="0">
                <a:solidFill>
                  <a:schemeClr val="tx1">
                    <a:alpha val="50199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 Arm</a:t>
            </a:r>
          </a:p>
        </p:txBody>
      </p:sp>
      <p:pic>
        <p:nvPicPr>
          <p:cNvPr id="10" name="Picture 8">
            <a:extLst>
              <a:ext uri="{FF2B5EF4-FFF2-40B4-BE49-F238E27FC236}">
                <a16:creationId xmlns:a16="http://schemas.microsoft.com/office/drawing/2014/main" id="{418B7164-E5EA-9C91-E9A0-19002D802CE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52354" y="344745"/>
            <a:ext cx="1129053" cy="344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808838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7_Section Divider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3FC792F-A7B3-821E-36A6-EB6D93EA6D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EBA5CBF-D6E1-B78D-F819-958659F344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679" y="1510375"/>
            <a:ext cx="5736792" cy="2075688"/>
          </a:xfrm>
        </p:spPr>
        <p:txBody>
          <a:bodyPr anchor="b" anchorCtr="0"/>
          <a:lstStyle>
            <a:lvl1pPr algn="l">
              <a:lnSpc>
                <a:spcPct val="85000"/>
              </a:lnSpc>
              <a:defRPr sz="4000" b="0" spc="-1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Title style</a:t>
            </a:r>
            <a:br>
              <a:rPr lang="en-US" dirty="0"/>
            </a:br>
            <a:r>
              <a:rPr lang="en-US" dirty="0"/>
              <a:t>Line 3</a:t>
            </a:r>
            <a:br>
              <a:rPr lang="en-US" dirty="0"/>
            </a:br>
            <a:r>
              <a:rPr lang="en-US" dirty="0"/>
              <a:t>Line 4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C6E3DC-972F-62B3-9E08-06619B00123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0678" y="3788370"/>
            <a:ext cx="5736792" cy="702444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000">
                <a:solidFill>
                  <a:schemeClr val="bg2"/>
                </a:solidFill>
              </a:defRPr>
            </a:lvl1pPr>
            <a:lvl2pPr marL="457200" marR="0" indent="0" algn="r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edit subtitle style</a:t>
            </a:r>
            <a:endParaRPr lang="en-GB" dirty="0"/>
          </a:p>
        </p:txBody>
      </p:sp>
      <p:sp>
        <p:nvSpPr>
          <p:cNvPr id="4" name="Text Placeholder 28">
            <a:extLst>
              <a:ext uri="{FF2B5EF4-FFF2-40B4-BE49-F238E27FC236}">
                <a16:creationId xmlns:a16="http://schemas.microsoft.com/office/drawing/2014/main" id="{AB8FC761-48C1-0B41-C76D-7ED7EE5C1EA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678" y="6311068"/>
            <a:ext cx="2881312" cy="213557"/>
          </a:xfrm>
        </p:spPr>
        <p:txBody>
          <a:bodyPr anchor="t"/>
          <a:lstStyle>
            <a:lvl1pPr marL="0" indent="0" algn="l">
              <a:spcAft>
                <a:spcPts val="600"/>
              </a:spcAft>
              <a:buFontTx/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5" name="Text Placeholder 28">
            <a:extLst>
              <a:ext uri="{FF2B5EF4-FFF2-40B4-BE49-F238E27FC236}">
                <a16:creationId xmlns:a16="http://schemas.microsoft.com/office/drawing/2014/main" id="{5CF4A44A-4298-863E-FC69-36B0A1E251C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678" y="6040944"/>
            <a:ext cx="2881312" cy="209279"/>
          </a:xfrm>
        </p:spPr>
        <p:txBody>
          <a:bodyPr anchor="t"/>
          <a:lstStyle>
            <a:lvl1pPr marL="0" indent="0" algn="l">
              <a:spcAft>
                <a:spcPts val="600"/>
              </a:spcAft>
              <a:buFontTx/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Author Name</a:t>
            </a:r>
          </a:p>
        </p:txBody>
      </p:sp>
      <p:sp>
        <p:nvSpPr>
          <p:cNvPr id="6" name="TextBox 26">
            <a:extLst>
              <a:ext uri="{FF2B5EF4-FFF2-40B4-BE49-F238E27FC236}">
                <a16:creationId xmlns:a16="http://schemas.microsoft.com/office/drawing/2014/main" id="{5FD91979-AA2E-D861-9691-AEC93BBC96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44299" y="6574374"/>
            <a:ext cx="312738" cy="110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fld id="{2682C2D1-8EA8-E748-B66F-74D4D53CF8F8}" type="slidenum">
              <a:rPr lang="en-US" altLang="en-US" sz="800" b="0" i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lnSpc>
                  <a:spcPct val="90000"/>
                </a:lnSpc>
                <a:spcAft>
                  <a:spcPts val="600"/>
                </a:spcAft>
                <a:buFont typeface="Arial" charset="0"/>
                <a:buNone/>
                <a:defRPr/>
              </a:pPr>
              <a:t>‹#›</a:t>
            </a:fld>
            <a:endParaRPr lang="en-US" alt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20">
            <a:extLst>
              <a:ext uri="{FF2B5EF4-FFF2-40B4-BE49-F238E27FC236}">
                <a16:creationId xmlns:a16="http://schemas.microsoft.com/office/drawing/2014/main" id="{3F69861B-E0D0-9572-3879-5F969D0E21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91884" y="6576910"/>
            <a:ext cx="4636741" cy="110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r>
              <a:rPr lang="en-GB" altLang="en-US" sz="800" b="0" i="0" dirty="0">
                <a:solidFill>
                  <a:schemeClr val="bg2">
                    <a:alpha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 Arm</a:t>
            </a:r>
          </a:p>
        </p:txBody>
      </p:sp>
      <p:pic>
        <p:nvPicPr>
          <p:cNvPr id="10" name="Picture 11">
            <a:extLst>
              <a:ext uri="{FF2B5EF4-FFF2-40B4-BE49-F238E27FC236}">
                <a16:creationId xmlns:a16="http://schemas.microsoft.com/office/drawing/2014/main" id="{22297E79-97F4-1585-D38D-67BDFC5E0B6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34963" y="337495"/>
            <a:ext cx="1174240" cy="358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9884844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9_Section Divider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37F3A66E-D5B4-DFA6-6451-02ACAFE8DA5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EBA5CBF-D6E1-B78D-F819-958659F344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679" y="1510375"/>
            <a:ext cx="5736792" cy="2075688"/>
          </a:xfrm>
        </p:spPr>
        <p:txBody>
          <a:bodyPr anchor="b" anchorCtr="0"/>
          <a:lstStyle>
            <a:lvl1pPr algn="l">
              <a:lnSpc>
                <a:spcPct val="85000"/>
              </a:lnSpc>
              <a:defRPr sz="4000" b="0" spc="-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Title style</a:t>
            </a:r>
            <a:br>
              <a:rPr lang="en-US" dirty="0"/>
            </a:br>
            <a:r>
              <a:rPr lang="en-US" dirty="0"/>
              <a:t>Line 3</a:t>
            </a:r>
            <a:br>
              <a:rPr lang="en-US" dirty="0"/>
            </a:br>
            <a:r>
              <a:rPr lang="en-US" dirty="0"/>
              <a:t>Line 4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C6E3DC-972F-62B3-9E08-06619B00123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0678" y="3788370"/>
            <a:ext cx="5736792" cy="702444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000">
                <a:solidFill>
                  <a:schemeClr val="tx2"/>
                </a:solidFill>
              </a:defRPr>
            </a:lvl1pPr>
            <a:lvl2pPr marL="457200" marR="0" indent="0" algn="r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edit subtitle style</a:t>
            </a:r>
            <a:endParaRPr lang="en-GB" dirty="0"/>
          </a:p>
        </p:txBody>
      </p:sp>
      <p:sp>
        <p:nvSpPr>
          <p:cNvPr id="4" name="Text Placeholder 28">
            <a:extLst>
              <a:ext uri="{FF2B5EF4-FFF2-40B4-BE49-F238E27FC236}">
                <a16:creationId xmlns:a16="http://schemas.microsoft.com/office/drawing/2014/main" id="{AB8FC761-48C1-0B41-C76D-7ED7EE5C1EA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678" y="6311068"/>
            <a:ext cx="2881312" cy="213557"/>
          </a:xfrm>
        </p:spPr>
        <p:txBody>
          <a:bodyPr anchor="t"/>
          <a:lstStyle>
            <a:lvl1pPr marL="0" indent="0" algn="l">
              <a:spcAft>
                <a:spcPts val="600"/>
              </a:spcAft>
              <a:buFontTx/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5" name="Text Placeholder 28">
            <a:extLst>
              <a:ext uri="{FF2B5EF4-FFF2-40B4-BE49-F238E27FC236}">
                <a16:creationId xmlns:a16="http://schemas.microsoft.com/office/drawing/2014/main" id="{5CF4A44A-4298-863E-FC69-36B0A1E251C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678" y="6040944"/>
            <a:ext cx="2881312" cy="209279"/>
          </a:xfrm>
        </p:spPr>
        <p:txBody>
          <a:bodyPr anchor="t"/>
          <a:lstStyle>
            <a:lvl1pPr marL="0" indent="0" algn="l">
              <a:spcAft>
                <a:spcPts val="600"/>
              </a:spcAft>
              <a:buFontTx/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Author Name</a:t>
            </a:r>
          </a:p>
        </p:txBody>
      </p:sp>
      <p:sp>
        <p:nvSpPr>
          <p:cNvPr id="6" name="TextBox 26">
            <a:extLst>
              <a:ext uri="{FF2B5EF4-FFF2-40B4-BE49-F238E27FC236}">
                <a16:creationId xmlns:a16="http://schemas.microsoft.com/office/drawing/2014/main" id="{5FD91979-AA2E-D861-9691-AEC93BBC96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44299" y="6574374"/>
            <a:ext cx="312738" cy="110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fld id="{2682C2D1-8EA8-E748-B66F-74D4D53CF8F8}" type="slidenum">
              <a:rPr lang="en-US" altLang="en-US" sz="800" b="0" i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lnSpc>
                  <a:spcPct val="90000"/>
                </a:lnSpc>
                <a:spcAft>
                  <a:spcPts val="600"/>
                </a:spcAft>
                <a:buFont typeface="Arial" charset="0"/>
                <a:buNone/>
                <a:defRPr/>
              </a:pPr>
              <a:t>‹#›</a:t>
            </a:fld>
            <a:endParaRPr lang="en-US" alt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20">
            <a:extLst>
              <a:ext uri="{FF2B5EF4-FFF2-40B4-BE49-F238E27FC236}">
                <a16:creationId xmlns:a16="http://schemas.microsoft.com/office/drawing/2014/main" id="{3F69861B-E0D0-9572-3879-5F969D0E21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91884" y="6576910"/>
            <a:ext cx="4636741" cy="110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r>
              <a:rPr lang="en-GB" altLang="en-US" sz="800" b="0" i="0" dirty="0">
                <a:solidFill>
                  <a:schemeClr val="tx1">
                    <a:alpha val="50199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 Arm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6ED33B3-4B78-19CD-65F6-BAA6CF6F464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52354" y="344745"/>
            <a:ext cx="1129053" cy="344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6112518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2_Section Divider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6A81FF7-E763-22B8-522E-FAAF0699113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41" b="41"/>
          <a:stretch/>
        </p:blipFill>
        <p:spPr>
          <a:xfrm>
            <a:off x="1" y="5647"/>
            <a:ext cx="12192000" cy="6852353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51C77175-EEE9-25B1-527F-B9622D6F21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679" y="1510375"/>
            <a:ext cx="5736792" cy="2075688"/>
          </a:xfrm>
        </p:spPr>
        <p:txBody>
          <a:bodyPr anchor="b" anchorCtr="0"/>
          <a:lstStyle>
            <a:lvl1pPr algn="l">
              <a:lnSpc>
                <a:spcPct val="85000"/>
              </a:lnSpc>
              <a:defRPr sz="4000" b="0" spc="-1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Title style</a:t>
            </a:r>
            <a:br>
              <a:rPr lang="en-US" dirty="0"/>
            </a:br>
            <a:r>
              <a:rPr lang="en-US" dirty="0"/>
              <a:t>Line 3</a:t>
            </a:r>
            <a:br>
              <a:rPr lang="en-US" dirty="0"/>
            </a:br>
            <a:r>
              <a:rPr lang="en-US" dirty="0"/>
              <a:t>Line 4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7C068D1C-F77C-7DC1-26D4-A7A885E94BB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0678" y="3788370"/>
            <a:ext cx="5736792" cy="702444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000">
                <a:solidFill>
                  <a:schemeClr val="bg2"/>
                </a:solidFill>
              </a:defRPr>
            </a:lvl1pPr>
            <a:lvl2pPr marL="457200" marR="0" indent="0" algn="r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edit subtitle style</a:t>
            </a:r>
            <a:endParaRPr lang="en-GB" dirty="0"/>
          </a:p>
        </p:txBody>
      </p:sp>
      <p:sp>
        <p:nvSpPr>
          <p:cNvPr id="6" name="Text Placeholder 28">
            <a:extLst>
              <a:ext uri="{FF2B5EF4-FFF2-40B4-BE49-F238E27FC236}">
                <a16:creationId xmlns:a16="http://schemas.microsoft.com/office/drawing/2014/main" id="{10DA7FAA-DCCA-CF1C-ECD1-04C3E040B2C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678" y="6311068"/>
            <a:ext cx="2881312" cy="213557"/>
          </a:xfrm>
        </p:spPr>
        <p:txBody>
          <a:bodyPr anchor="t"/>
          <a:lstStyle>
            <a:lvl1pPr marL="0" indent="0" algn="l">
              <a:spcAft>
                <a:spcPts val="600"/>
              </a:spcAft>
              <a:buFontTx/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7" name="Text Placeholder 28">
            <a:extLst>
              <a:ext uri="{FF2B5EF4-FFF2-40B4-BE49-F238E27FC236}">
                <a16:creationId xmlns:a16="http://schemas.microsoft.com/office/drawing/2014/main" id="{86B7BE92-B2BC-8117-727B-EBD35705FBC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678" y="6040944"/>
            <a:ext cx="2881312" cy="209279"/>
          </a:xfrm>
        </p:spPr>
        <p:txBody>
          <a:bodyPr anchor="t"/>
          <a:lstStyle>
            <a:lvl1pPr marL="0" indent="0" algn="l">
              <a:spcAft>
                <a:spcPts val="600"/>
              </a:spcAft>
              <a:buFontTx/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Author Name</a:t>
            </a:r>
          </a:p>
        </p:txBody>
      </p:sp>
      <p:sp>
        <p:nvSpPr>
          <p:cNvPr id="12" name="TextBox 26">
            <a:extLst>
              <a:ext uri="{FF2B5EF4-FFF2-40B4-BE49-F238E27FC236}">
                <a16:creationId xmlns:a16="http://schemas.microsoft.com/office/drawing/2014/main" id="{4929685A-9556-2EAD-D010-D36407E15F6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544299" y="6574374"/>
            <a:ext cx="312738" cy="110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fld id="{2682C2D1-8EA8-E748-B66F-74D4D53CF8F8}" type="slidenum">
              <a:rPr lang="en-US" altLang="en-US" sz="800" b="0" i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lnSpc>
                  <a:spcPct val="90000"/>
                </a:lnSpc>
                <a:spcAft>
                  <a:spcPts val="600"/>
                </a:spcAft>
                <a:buFont typeface="Arial" charset="0"/>
                <a:buNone/>
                <a:defRPr/>
              </a:pPr>
              <a:t>‹#›</a:t>
            </a:fld>
            <a:endParaRPr lang="en-US" alt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20">
            <a:extLst>
              <a:ext uri="{FF2B5EF4-FFF2-40B4-BE49-F238E27FC236}">
                <a16:creationId xmlns:a16="http://schemas.microsoft.com/office/drawing/2014/main" id="{0AF19F97-28D9-B1FE-922C-2A04C8B49DE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991884" y="6576910"/>
            <a:ext cx="4636741" cy="110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r>
              <a:rPr lang="en-GB" altLang="en-US" sz="800" b="0" i="0" dirty="0">
                <a:solidFill>
                  <a:schemeClr val="bg2">
                    <a:alpha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 Arm</a:t>
            </a:r>
          </a:p>
        </p:txBody>
      </p:sp>
      <p:pic>
        <p:nvPicPr>
          <p:cNvPr id="3" name="Picture 11">
            <a:extLst>
              <a:ext uri="{FF2B5EF4-FFF2-40B4-BE49-F238E27FC236}">
                <a16:creationId xmlns:a16="http://schemas.microsoft.com/office/drawing/2014/main" id="{EF51CC69-967C-8966-C3A1-A3A7A425515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34963" y="337495"/>
            <a:ext cx="1174240" cy="358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38607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3_Section Divider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141C572-1862-64A0-36E2-042BB917906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41" b="41"/>
          <a:stretch/>
        </p:blipFill>
        <p:spPr>
          <a:xfrm>
            <a:off x="0" y="5647"/>
            <a:ext cx="12192000" cy="6852353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51C77175-EEE9-25B1-527F-B9622D6F21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679" y="1510375"/>
            <a:ext cx="5736792" cy="2075688"/>
          </a:xfrm>
        </p:spPr>
        <p:txBody>
          <a:bodyPr anchor="b" anchorCtr="0"/>
          <a:lstStyle>
            <a:lvl1pPr algn="l">
              <a:lnSpc>
                <a:spcPct val="85000"/>
              </a:lnSpc>
              <a:defRPr sz="4000" b="0" spc="-1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Title style</a:t>
            </a:r>
            <a:br>
              <a:rPr lang="en-US" dirty="0"/>
            </a:br>
            <a:r>
              <a:rPr lang="en-US" dirty="0"/>
              <a:t>Line 3</a:t>
            </a:r>
            <a:br>
              <a:rPr lang="en-US" dirty="0"/>
            </a:br>
            <a:r>
              <a:rPr lang="en-US" dirty="0"/>
              <a:t>Line 4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7C068D1C-F77C-7DC1-26D4-A7A885E94BB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0678" y="3788370"/>
            <a:ext cx="5736792" cy="702444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000">
                <a:solidFill>
                  <a:schemeClr val="bg2"/>
                </a:solidFill>
              </a:defRPr>
            </a:lvl1pPr>
            <a:lvl2pPr marL="457200" marR="0" indent="0" algn="r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edit subtitle style</a:t>
            </a:r>
            <a:endParaRPr lang="en-GB" dirty="0"/>
          </a:p>
        </p:txBody>
      </p:sp>
      <p:sp>
        <p:nvSpPr>
          <p:cNvPr id="6" name="Text Placeholder 28">
            <a:extLst>
              <a:ext uri="{FF2B5EF4-FFF2-40B4-BE49-F238E27FC236}">
                <a16:creationId xmlns:a16="http://schemas.microsoft.com/office/drawing/2014/main" id="{10DA7FAA-DCCA-CF1C-ECD1-04C3E040B2C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678" y="6311068"/>
            <a:ext cx="2881312" cy="213557"/>
          </a:xfrm>
        </p:spPr>
        <p:txBody>
          <a:bodyPr anchor="t"/>
          <a:lstStyle>
            <a:lvl1pPr marL="0" indent="0" algn="l">
              <a:spcAft>
                <a:spcPts val="600"/>
              </a:spcAft>
              <a:buFontTx/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7" name="Text Placeholder 28">
            <a:extLst>
              <a:ext uri="{FF2B5EF4-FFF2-40B4-BE49-F238E27FC236}">
                <a16:creationId xmlns:a16="http://schemas.microsoft.com/office/drawing/2014/main" id="{86B7BE92-B2BC-8117-727B-EBD35705FBC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678" y="6040944"/>
            <a:ext cx="2881312" cy="209279"/>
          </a:xfrm>
        </p:spPr>
        <p:txBody>
          <a:bodyPr anchor="t"/>
          <a:lstStyle>
            <a:lvl1pPr marL="0" indent="0" algn="l">
              <a:spcAft>
                <a:spcPts val="600"/>
              </a:spcAft>
              <a:buFontTx/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Author Name</a:t>
            </a:r>
          </a:p>
        </p:txBody>
      </p:sp>
      <p:sp>
        <p:nvSpPr>
          <p:cNvPr id="12" name="TextBox 26">
            <a:extLst>
              <a:ext uri="{FF2B5EF4-FFF2-40B4-BE49-F238E27FC236}">
                <a16:creationId xmlns:a16="http://schemas.microsoft.com/office/drawing/2014/main" id="{4929685A-9556-2EAD-D010-D36407E15F6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544299" y="6574374"/>
            <a:ext cx="312738" cy="110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fld id="{2682C2D1-8EA8-E748-B66F-74D4D53CF8F8}" type="slidenum">
              <a:rPr lang="en-US" altLang="en-US" sz="800" b="0" i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lnSpc>
                  <a:spcPct val="90000"/>
                </a:lnSpc>
                <a:spcAft>
                  <a:spcPts val="600"/>
                </a:spcAft>
                <a:buFont typeface="Arial" charset="0"/>
                <a:buNone/>
                <a:defRPr/>
              </a:pPr>
              <a:t>‹#›</a:t>
            </a:fld>
            <a:endParaRPr lang="en-US" alt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20">
            <a:extLst>
              <a:ext uri="{FF2B5EF4-FFF2-40B4-BE49-F238E27FC236}">
                <a16:creationId xmlns:a16="http://schemas.microsoft.com/office/drawing/2014/main" id="{0AF19F97-28D9-B1FE-922C-2A04C8B49DE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991884" y="6576910"/>
            <a:ext cx="4636741" cy="110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r>
              <a:rPr lang="en-GB" altLang="en-US" sz="800" b="0" i="0" dirty="0">
                <a:solidFill>
                  <a:schemeClr val="bg2">
                    <a:alpha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 Arm</a:t>
            </a:r>
          </a:p>
        </p:txBody>
      </p:sp>
      <p:pic>
        <p:nvPicPr>
          <p:cNvPr id="3" name="Picture 11">
            <a:extLst>
              <a:ext uri="{FF2B5EF4-FFF2-40B4-BE49-F238E27FC236}">
                <a16:creationId xmlns:a16="http://schemas.microsoft.com/office/drawing/2014/main" id="{EF51CC69-967C-8966-C3A1-A3A7A425515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34963" y="337495"/>
            <a:ext cx="1174240" cy="358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68327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4_Section Divider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141C572-1862-64A0-36E2-042BB917906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41" b="41"/>
          <a:stretch/>
        </p:blipFill>
        <p:spPr>
          <a:xfrm>
            <a:off x="0" y="5647"/>
            <a:ext cx="12192000" cy="6852353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51C77175-EEE9-25B1-527F-B9622D6F21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679" y="1510375"/>
            <a:ext cx="5736792" cy="2075688"/>
          </a:xfrm>
        </p:spPr>
        <p:txBody>
          <a:bodyPr anchor="b" anchorCtr="0"/>
          <a:lstStyle>
            <a:lvl1pPr algn="l">
              <a:lnSpc>
                <a:spcPct val="85000"/>
              </a:lnSpc>
              <a:defRPr sz="4000" b="0" spc="-1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Title style</a:t>
            </a:r>
            <a:br>
              <a:rPr lang="en-US" dirty="0"/>
            </a:br>
            <a:r>
              <a:rPr lang="en-US" dirty="0"/>
              <a:t>Line 3</a:t>
            </a:r>
            <a:br>
              <a:rPr lang="en-US" dirty="0"/>
            </a:br>
            <a:r>
              <a:rPr lang="en-US" dirty="0"/>
              <a:t>Line 4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7C068D1C-F77C-7DC1-26D4-A7A885E94BB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0678" y="3788370"/>
            <a:ext cx="5736792" cy="702444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000">
                <a:solidFill>
                  <a:schemeClr val="bg2"/>
                </a:solidFill>
              </a:defRPr>
            </a:lvl1pPr>
            <a:lvl2pPr marL="457200" marR="0" indent="0" algn="r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edit subtitle style</a:t>
            </a:r>
            <a:endParaRPr lang="en-GB" dirty="0"/>
          </a:p>
        </p:txBody>
      </p:sp>
      <p:sp>
        <p:nvSpPr>
          <p:cNvPr id="6" name="Text Placeholder 28">
            <a:extLst>
              <a:ext uri="{FF2B5EF4-FFF2-40B4-BE49-F238E27FC236}">
                <a16:creationId xmlns:a16="http://schemas.microsoft.com/office/drawing/2014/main" id="{10DA7FAA-DCCA-CF1C-ECD1-04C3E040B2C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678" y="6311068"/>
            <a:ext cx="2881312" cy="213557"/>
          </a:xfrm>
        </p:spPr>
        <p:txBody>
          <a:bodyPr anchor="t"/>
          <a:lstStyle>
            <a:lvl1pPr marL="0" indent="0" algn="l">
              <a:spcAft>
                <a:spcPts val="600"/>
              </a:spcAft>
              <a:buFontTx/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7" name="Text Placeholder 28">
            <a:extLst>
              <a:ext uri="{FF2B5EF4-FFF2-40B4-BE49-F238E27FC236}">
                <a16:creationId xmlns:a16="http://schemas.microsoft.com/office/drawing/2014/main" id="{86B7BE92-B2BC-8117-727B-EBD35705FBC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678" y="6040944"/>
            <a:ext cx="2881312" cy="209279"/>
          </a:xfrm>
        </p:spPr>
        <p:txBody>
          <a:bodyPr anchor="t"/>
          <a:lstStyle>
            <a:lvl1pPr marL="0" indent="0" algn="l">
              <a:spcAft>
                <a:spcPts val="600"/>
              </a:spcAft>
              <a:buFontTx/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Author Name</a:t>
            </a:r>
          </a:p>
        </p:txBody>
      </p:sp>
      <p:sp>
        <p:nvSpPr>
          <p:cNvPr id="12" name="TextBox 26">
            <a:extLst>
              <a:ext uri="{FF2B5EF4-FFF2-40B4-BE49-F238E27FC236}">
                <a16:creationId xmlns:a16="http://schemas.microsoft.com/office/drawing/2014/main" id="{4929685A-9556-2EAD-D010-D36407E15F6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544299" y="6574374"/>
            <a:ext cx="312738" cy="110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fld id="{2682C2D1-8EA8-E748-B66F-74D4D53CF8F8}" type="slidenum">
              <a:rPr lang="en-US" altLang="en-US" sz="800" b="0" i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lnSpc>
                  <a:spcPct val="90000"/>
                </a:lnSpc>
                <a:spcAft>
                  <a:spcPts val="600"/>
                </a:spcAft>
                <a:buFont typeface="Arial" charset="0"/>
                <a:buNone/>
                <a:defRPr/>
              </a:pPr>
              <a:t>‹#›</a:t>
            </a:fld>
            <a:endParaRPr lang="en-US" alt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20">
            <a:extLst>
              <a:ext uri="{FF2B5EF4-FFF2-40B4-BE49-F238E27FC236}">
                <a16:creationId xmlns:a16="http://schemas.microsoft.com/office/drawing/2014/main" id="{0AF19F97-28D9-B1FE-922C-2A04C8B49DE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991884" y="6576910"/>
            <a:ext cx="4636741" cy="110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r>
              <a:rPr lang="en-GB" altLang="en-US" sz="800" b="0" i="0" dirty="0">
                <a:solidFill>
                  <a:schemeClr val="bg2">
                    <a:alpha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 Arm</a:t>
            </a:r>
          </a:p>
        </p:txBody>
      </p:sp>
      <p:pic>
        <p:nvPicPr>
          <p:cNvPr id="3" name="Picture 11">
            <a:extLst>
              <a:ext uri="{FF2B5EF4-FFF2-40B4-BE49-F238E27FC236}">
                <a16:creationId xmlns:a16="http://schemas.microsoft.com/office/drawing/2014/main" id="{EF51CC69-967C-8966-C3A1-A3A7A425515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34963" y="337495"/>
            <a:ext cx="1174240" cy="358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70851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5_Section Divider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141C572-1862-64A0-36E2-042BB917906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41" b="41"/>
          <a:stretch/>
        </p:blipFill>
        <p:spPr>
          <a:xfrm>
            <a:off x="0" y="5647"/>
            <a:ext cx="12192000" cy="6852353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51C77175-EEE9-25B1-527F-B9622D6F21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679" y="1510375"/>
            <a:ext cx="5736792" cy="2075688"/>
          </a:xfrm>
        </p:spPr>
        <p:txBody>
          <a:bodyPr anchor="b" anchorCtr="0"/>
          <a:lstStyle>
            <a:lvl1pPr algn="l">
              <a:lnSpc>
                <a:spcPct val="85000"/>
              </a:lnSpc>
              <a:defRPr sz="4000" b="0" spc="-1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Title style</a:t>
            </a:r>
            <a:br>
              <a:rPr lang="en-US" dirty="0"/>
            </a:br>
            <a:r>
              <a:rPr lang="en-US" dirty="0"/>
              <a:t>Line 3</a:t>
            </a:r>
            <a:br>
              <a:rPr lang="en-US" dirty="0"/>
            </a:br>
            <a:r>
              <a:rPr lang="en-US" dirty="0"/>
              <a:t>Line 4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7C068D1C-F77C-7DC1-26D4-A7A885E94BB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0678" y="3788370"/>
            <a:ext cx="5736792" cy="702444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000">
                <a:solidFill>
                  <a:schemeClr val="bg2"/>
                </a:solidFill>
              </a:defRPr>
            </a:lvl1pPr>
            <a:lvl2pPr marL="457200" marR="0" indent="0" algn="r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edit subtitle style</a:t>
            </a:r>
            <a:endParaRPr lang="en-GB" dirty="0"/>
          </a:p>
        </p:txBody>
      </p:sp>
      <p:sp>
        <p:nvSpPr>
          <p:cNvPr id="6" name="Text Placeholder 28">
            <a:extLst>
              <a:ext uri="{FF2B5EF4-FFF2-40B4-BE49-F238E27FC236}">
                <a16:creationId xmlns:a16="http://schemas.microsoft.com/office/drawing/2014/main" id="{10DA7FAA-DCCA-CF1C-ECD1-04C3E040B2C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678" y="6311068"/>
            <a:ext cx="2881312" cy="213557"/>
          </a:xfrm>
        </p:spPr>
        <p:txBody>
          <a:bodyPr anchor="t"/>
          <a:lstStyle>
            <a:lvl1pPr marL="0" indent="0" algn="l">
              <a:spcAft>
                <a:spcPts val="600"/>
              </a:spcAft>
              <a:buFontTx/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7" name="Text Placeholder 28">
            <a:extLst>
              <a:ext uri="{FF2B5EF4-FFF2-40B4-BE49-F238E27FC236}">
                <a16:creationId xmlns:a16="http://schemas.microsoft.com/office/drawing/2014/main" id="{86B7BE92-B2BC-8117-727B-EBD35705FBC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678" y="6040944"/>
            <a:ext cx="2881312" cy="209279"/>
          </a:xfrm>
        </p:spPr>
        <p:txBody>
          <a:bodyPr anchor="t"/>
          <a:lstStyle>
            <a:lvl1pPr marL="0" indent="0" algn="l">
              <a:spcAft>
                <a:spcPts val="600"/>
              </a:spcAft>
              <a:buFontTx/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Author Name</a:t>
            </a:r>
          </a:p>
        </p:txBody>
      </p:sp>
      <p:sp>
        <p:nvSpPr>
          <p:cNvPr id="12" name="TextBox 26">
            <a:extLst>
              <a:ext uri="{FF2B5EF4-FFF2-40B4-BE49-F238E27FC236}">
                <a16:creationId xmlns:a16="http://schemas.microsoft.com/office/drawing/2014/main" id="{4929685A-9556-2EAD-D010-D36407E15F6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544299" y="6574374"/>
            <a:ext cx="312738" cy="110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fld id="{2682C2D1-8EA8-E748-B66F-74D4D53CF8F8}" type="slidenum">
              <a:rPr lang="en-US" altLang="en-US" sz="800" b="0" i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lnSpc>
                  <a:spcPct val="90000"/>
                </a:lnSpc>
                <a:spcAft>
                  <a:spcPts val="600"/>
                </a:spcAft>
                <a:buFont typeface="Arial" charset="0"/>
                <a:buNone/>
                <a:defRPr/>
              </a:pPr>
              <a:t>‹#›</a:t>
            </a:fld>
            <a:endParaRPr lang="en-US" alt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20">
            <a:extLst>
              <a:ext uri="{FF2B5EF4-FFF2-40B4-BE49-F238E27FC236}">
                <a16:creationId xmlns:a16="http://schemas.microsoft.com/office/drawing/2014/main" id="{0AF19F97-28D9-B1FE-922C-2A04C8B49DE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991884" y="6576910"/>
            <a:ext cx="4636741" cy="110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r>
              <a:rPr lang="en-GB" altLang="en-US" sz="800" b="0" i="0" dirty="0">
                <a:solidFill>
                  <a:schemeClr val="bg2">
                    <a:alpha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 Arm</a:t>
            </a:r>
          </a:p>
        </p:txBody>
      </p:sp>
      <p:pic>
        <p:nvPicPr>
          <p:cNvPr id="3" name="Picture 11">
            <a:extLst>
              <a:ext uri="{FF2B5EF4-FFF2-40B4-BE49-F238E27FC236}">
                <a16:creationId xmlns:a16="http://schemas.microsoft.com/office/drawing/2014/main" id="{EF51CC69-967C-8966-C3A1-A3A7A425515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34963" y="337495"/>
            <a:ext cx="1174240" cy="358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5606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7_Section Divider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141C572-1862-64A0-36E2-042BB917906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41" b="41"/>
          <a:stretch/>
        </p:blipFill>
        <p:spPr>
          <a:xfrm>
            <a:off x="0" y="5647"/>
            <a:ext cx="12192000" cy="6852353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51C77175-EEE9-25B1-527F-B9622D6F21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679" y="1510375"/>
            <a:ext cx="5736792" cy="2075688"/>
          </a:xfrm>
        </p:spPr>
        <p:txBody>
          <a:bodyPr anchor="b" anchorCtr="0"/>
          <a:lstStyle>
            <a:lvl1pPr algn="l">
              <a:lnSpc>
                <a:spcPct val="85000"/>
              </a:lnSpc>
              <a:defRPr sz="4000" b="0" spc="-1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Title style</a:t>
            </a:r>
            <a:br>
              <a:rPr lang="en-US" dirty="0"/>
            </a:br>
            <a:r>
              <a:rPr lang="en-US" dirty="0"/>
              <a:t>Line 3</a:t>
            </a:r>
            <a:br>
              <a:rPr lang="en-US" dirty="0"/>
            </a:br>
            <a:r>
              <a:rPr lang="en-US" dirty="0"/>
              <a:t>Line 4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7C068D1C-F77C-7DC1-26D4-A7A885E94BB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0678" y="3788370"/>
            <a:ext cx="5736792" cy="702444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000">
                <a:solidFill>
                  <a:schemeClr val="bg2"/>
                </a:solidFill>
              </a:defRPr>
            </a:lvl1pPr>
            <a:lvl2pPr marL="457200" marR="0" indent="0" algn="r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edit subtitle style</a:t>
            </a:r>
            <a:endParaRPr lang="en-GB" dirty="0"/>
          </a:p>
        </p:txBody>
      </p:sp>
      <p:sp>
        <p:nvSpPr>
          <p:cNvPr id="6" name="Text Placeholder 28">
            <a:extLst>
              <a:ext uri="{FF2B5EF4-FFF2-40B4-BE49-F238E27FC236}">
                <a16:creationId xmlns:a16="http://schemas.microsoft.com/office/drawing/2014/main" id="{10DA7FAA-DCCA-CF1C-ECD1-04C3E040B2C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678" y="6311068"/>
            <a:ext cx="2881312" cy="213557"/>
          </a:xfrm>
        </p:spPr>
        <p:txBody>
          <a:bodyPr anchor="t"/>
          <a:lstStyle>
            <a:lvl1pPr marL="0" indent="0" algn="l">
              <a:spcAft>
                <a:spcPts val="600"/>
              </a:spcAft>
              <a:buFontTx/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7" name="Text Placeholder 28">
            <a:extLst>
              <a:ext uri="{FF2B5EF4-FFF2-40B4-BE49-F238E27FC236}">
                <a16:creationId xmlns:a16="http://schemas.microsoft.com/office/drawing/2014/main" id="{86B7BE92-B2BC-8117-727B-EBD35705FBC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678" y="6040944"/>
            <a:ext cx="2881312" cy="209279"/>
          </a:xfrm>
        </p:spPr>
        <p:txBody>
          <a:bodyPr anchor="t"/>
          <a:lstStyle>
            <a:lvl1pPr marL="0" indent="0" algn="l">
              <a:spcAft>
                <a:spcPts val="600"/>
              </a:spcAft>
              <a:buFontTx/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Author Name</a:t>
            </a:r>
          </a:p>
        </p:txBody>
      </p:sp>
      <p:sp>
        <p:nvSpPr>
          <p:cNvPr id="12" name="TextBox 26">
            <a:extLst>
              <a:ext uri="{FF2B5EF4-FFF2-40B4-BE49-F238E27FC236}">
                <a16:creationId xmlns:a16="http://schemas.microsoft.com/office/drawing/2014/main" id="{4929685A-9556-2EAD-D010-D36407E15F6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544299" y="6574374"/>
            <a:ext cx="312738" cy="110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fld id="{2682C2D1-8EA8-E748-B66F-74D4D53CF8F8}" type="slidenum">
              <a:rPr lang="en-US" altLang="en-US" sz="800" b="0" i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lnSpc>
                  <a:spcPct val="90000"/>
                </a:lnSpc>
                <a:spcAft>
                  <a:spcPts val="600"/>
                </a:spcAft>
                <a:buFont typeface="Arial" charset="0"/>
                <a:buNone/>
                <a:defRPr/>
              </a:pPr>
              <a:t>‹#›</a:t>
            </a:fld>
            <a:endParaRPr lang="en-US" alt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20">
            <a:extLst>
              <a:ext uri="{FF2B5EF4-FFF2-40B4-BE49-F238E27FC236}">
                <a16:creationId xmlns:a16="http://schemas.microsoft.com/office/drawing/2014/main" id="{0AF19F97-28D9-B1FE-922C-2A04C8B49DE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991884" y="6576910"/>
            <a:ext cx="4636741" cy="110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r>
              <a:rPr lang="en-GB" altLang="en-US" sz="800" b="0" i="0" dirty="0">
                <a:solidFill>
                  <a:schemeClr val="bg2">
                    <a:alpha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 Arm</a:t>
            </a:r>
          </a:p>
        </p:txBody>
      </p:sp>
      <p:pic>
        <p:nvPicPr>
          <p:cNvPr id="3" name="Picture 11">
            <a:extLst>
              <a:ext uri="{FF2B5EF4-FFF2-40B4-BE49-F238E27FC236}">
                <a16:creationId xmlns:a16="http://schemas.microsoft.com/office/drawing/2014/main" id="{EF51CC69-967C-8966-C3A1-A3A7A425515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34963" y="337495"/>
            <a:ext cx="1174240" cy="358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15403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9_Section Divider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141C572-1862-64A0-36E2-042BB917906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41" b="41"/>
          <a:stretch/>
        </p:blipFill>
        <p:spPr>
          <a:xfrm>
            <a:off x="0" y="5647"/>
            <a:ext cx="12192000" cy="6852353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51C77175-EEE9-25B1-527F-B9622D6F21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679" y="1510375"/>
            <a:ext cx="5736792" cy="2075688"/>
          </a:xfrm>
        </p:spPr>
        <p:txBody>
          <a:bodyPr anchor="b" anchorCtr="0"/>
          <a:lstStyle>
            <a:lvl1pPr algn="l">
              <a:lnSpc>
                <a:spcPct val="85000"/>
              </a:lnSpc>
              <a:defRPr sz="4000" b="0" spc="-1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Title style</a:t>
            </a:r>
            <a:br>
              <a:rPr lang="en-US" dirty="0"/>
            </a:br>
            <a:r>
              <a:rPr lang="en-US" dirty="0"/>
              <a:t>Line 3</a:t>
            </a:r>
            <a:br>
              <a:rPr lang="en-US" dirty="0"/>
            </a:br>
            <a:r>
              <a:rPr lang="en-US" dirty="0"/>
              <a:t>Line 4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7C068D1C-F77C-7DC1-26D4-A7A885E94BB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0678" y="3788370"/>
            <a:ext cx="5736792" cy="702444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000">
                <a:solidFill>
                  <a:schemeClr val="bg2"/>
                </a:solidFill>
              </a:defRPr>
            </a:lvl1pPr>
            <a:lvl2pPr marL="457200" marR="0" indent="0" algn="r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edit subtitle style</a:t>
            </a:r>
            <a:endParaRPr lang="en-GB" dirty="0"/>
          </a:p>
        </p:txBody>
      </p:sp>
      <p:sp>
        <p:nvSpPr>
          <p:cNvPr id="6" name="Text Placeholder 28">
            <a:extLst>
              <a:ext uri="{FF2B5EF4-FFF2-40B4-BE49-F238E27FC236}">
                <a16:creationId xmlns:a16="http://schemas.microsoft.com/office/drawing/2014/main" id="{10DA7FAA-DCCA-CF1C-ECD1-04C3E040B2C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678" y="6311068"/>
            <a:ext cx="2881312" cy="213557"/>
          </a:xfrm>
        </p:spPr>
        <p:txBody>
          <a:bodyPr anchor="t"/>
          <a:lstStyle>
            <a:lvl1pPr marL="0" indent="0" algn="l">
              <a:spcAft>
                <a:spcPts val="600"/>
              </a:spcAft>
              <a:buFontTx/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7" name="Text Placeholder 28">
            <a:extLst>
              <a:ext uri="{FF2B5EF4-FFF2-40B4-BE49-F238E27FC236}">
                <a16:creationId xmlns:a16="http://schemas.microsoft.com/office/drawing/2014/main" id="{86B7BE92-B2BC-8117-727B-EBD35705FBC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678" y="6040944"/>
            <a:ext cx="2881312" cy="209279"/>
          </a:xfrm>
        </p:spPr>
        <p:txBody>
          <a:bodyPr anchor="t"/>
          <a:lstStyle>
            <a:lvl1pPr marL="0" indent="0" algn="l">
              <a:spcAft>
                <a:spcPts val="600"/>
              </a:spcAft>
              <a:buFontTx/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Author Name</a:t>
            </a:r>
          </a:p>
        </p:txBody>
      </p:sp>
      <p:sp>
        <p:nvSpPr>
          <p:cNvPr id="12" name="TextBox 26">
            <a:extLst>
              <a:ext uri="{FF2B5EF4-FFF2-40B4-BE49-F238E27FC236}">
                <a16:creationId xmlns:a16="http://schemas.microsoft.com/office/drawing/2014/main" id="{4929685A-9556-2EAD-D010-D36407E15F6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544299" y="6574374"/>
            <a:ext cx="312738" cy="110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fld id="{2682C2D1-8EA8-E748-B66F-74D4D53CF8F8}" type="slidenum">
              <a:rPr lang="en-US" altLang="en-US" sz="800" b="0" i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lnSpc>
                  <a:spcPct val="90000"/>
                </a:lnSpc>
                <a:spcAft>
                  <a:spcPts val="600"/>
                </a:spcAft>
                <a:buFont typeface="Arial" charset="0"/>
                <a:buNone/>
                <a:defRPr/>
              </a:pPr>
              <a:t>‹#›</a:t>
            </a:fld>
            <a:endParaRPr lang="en-US" alt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20">
            <a:extLst>
              <a:ext uri="{FF2B5EF4-FFF2-40B4-BE49-F238E27FC236}">
                <a16:creationId xmlns:a16="http://schemas.microsoft.com/office/drawing/2014/main" id="{0AF19F97-28D9-B1FE-922C-2A04C8B49DE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991884" y="6576910"/>
            <a:ext cx="4636741" cy="110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r>
              <a:rPr lang="en-GB" altLang="en-US" sz="800" b="0" i="0" dirty="0">
                <a:solidFill>
                  <a:schemeClr val="bg2">
                    <a:alpha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 Arm</a:t>
            </a:r>
          </a:p>
        </p:txBody>
      </p:sp>
      <p:pic>
        <p:nvPicPr>
          <p:cNvPr id="3" name="Picture 11">
            <a:extLst>
              <a:ext uri="{FF2B5EF4-FFF2-40B4-BE49-F238E27FC236}">
                <a16:creationId xmlns:a16="http://schemas.microsoft.com/office/drawing/2014/main" id="{EF51CC69-967C-8966-C3A1-A3A7A425515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34963" y="337495"/>
            <a:ext cx="1174240" cy="358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68835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8_Section Divider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B487E68-0D82-9A6F-B651-0019486C755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1849" y="12290"/>
            <a:ext cx="12170151" cy="6845709"/>
          </a:xfrm>
          <a:prstGeom prst="rect">
            <a:avLst/>
          </a:prstGeom>
          <a:ln>
            <a:noFill/>
          </a:ln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3681F2EE-6D24-E8DA-17C4-280BF969E6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679" y="1510375"/>
            <a:ext cx="5736792" cy="2075688"/>
          </a:xfrm>
        </p:spPr>
        <p:txBody>
          <a:bodyPr anchor="b" anchorCtr="0"/>
          <a:lstStyle>
            <a:lvl1pPr algn="l">
              <a:lnSpc>
                <a:spcPct val="85000"/>
              </a:lnSpc>
              <a:defRPr sz="4000" b="0" spc="-1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Title style</a:t>
            </a:r>
            <a:br>
              <a:rPr lang="en-US" dirty="0"/>
            </a:br>
            <a:r>
              <a:rPr lang="en-US" dirty="0"/>
              <a:t>Line 3</a:t>
            </a:r>
            <a:br>
              <a:rPr lang="en-US" dirty="0"/>
            </a:br>
            <a:r>
              <a:rPr lang="en-US" dirty="0"/>
              <a:t>Line 4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E433D4AE-C938-4475-1111-CFECCD470A4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0678" y="3788370"/>
            <a:ext cx="5736792" cy="702444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000">
                <a:solidFill>
                  <a:schemeClr val="bg2"/>
                </a:solidFill>
              </a:defRPr>
            </a:lvl1pPr>
            <a:lvl2pPr marL="457200" marR="0" indent="0" algn="r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edit subtitle style</a:t>
            </a:r>
            <a:endParaRPr lang="en-GB" dirty="0"/>
          </a:p>
        </p:txBody>
      </p:sp>
      <p:sp>
        <p:nvSpPr>
          <p:cNvPr id="16" name="Text Placeholder 28">
            <a:extLst>
              <a:ext uri="{FF2B5EF4-FFF2-40B4-BE49-F238E27FC236}">
                <a16:creationId xmlns:a16="http://schemas.microsoft.com/office/drawing/2014/main" id="{94364BEC-6A70-1C90-94CE-09EBDEE0450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678" y="6311068"/>
            <a:ext cx="2881312" cy="213557"/>
          </a:xfrm>
        </p:spPr>
        <p:txBody>
          <a:bodyPr anchor="t"/>
          <a:lstStyle>
            <a:lvl1pPr marL="0" indent="0" algn="l">
              <a:spcAft>
                <a:spcPts val="600"/>
              </a:spcAft>
              <a:buFontTx/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2738029B-26DC-25E5-A32A-D7DCE80A168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678" y="6040944"/>
            <a:ext cx="2881312" cy="209279"/>
          </a:xfrm>
        </p:spPr>
        <p:txBody>
          <a:bodyPr anchor="t"/>
          <a:lstStyle>
            <a:lvl1pPr marL="0" indent="0" algn="l">
              <a:spcAft>
                <a:spcPts val="600"/>
              </a:spcAft>
              <a:buFontTx/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Author Name</a:t>
            </a:r>
          </a:p>
        </p:txBody>
      </p:sp>
      <p:sp>
        <p:nvSpPr>
          <p:cNvPr id="20" name="TextBox 26">
            <a:extLst>
              <a:ext uri="{FF2B5EF4-FFF2-40B4-BE49-F238E27FC236}">
                <a16:creationId xmlns:a16="http://schemas.microsoft.com/office/drawing/2014/main" id="{96C2A433-44A7-23A9-CEE4-37555C138D5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544299" y="6574374"/>
            <a:ext cx="312738" cy="110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fld id="{2682C2D1-8EA8-E748-B66F-74D4D53CF8F8}" type="slidenum">
              <a:rPr lang="en-US" altLang="en-US" sz="800" b="0" i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lnSpc>
                  <a:spcPct val="90000"/>
                </a:lnSpc>
                <a:spcAft>
                  <a:spcPts val="600"/>
                </a:spcAft>
                <a:buFont typeface="Arial" charset="0"/>
                <a:buNone/>
                <a:defRPr/>
              </a:pPr>
              <a:t>‹#›</a:t>
            </a:fld>
            <a:endParaRPr lang="en-US" alt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828785E-8EB7-E5C1-D9EB-531D14B538C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991884" y="6576910"/>
            <a:ext cx="4636741" cy="110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r>
              <a:rPr lang="en-GB" altLang="en-US" sz="800" b="0" i="0" dirty="0">
                <a:solidFill>
                  <a:schemeClr val="bg2">
                    <a:alpha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 Arm</a:t>
            </a:r>
          </a:p>
        </p:txBody>
      </p:sp>
      <p:pic>
        <p:nvPicPr>
          <p:cNvPr id="3" name="Picture 11">
            <a:extLst>
              <a:ext uri="{FF2B5EF4-FFF2-40B4-BE49-F238E27FC236}">
                <a16:creationId xmlns:a16="http://schemas.microsoft.com/office/drawing/2014/main" id="{AA9277FD-4E65-8B2C-3CA2-5892E1658C8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34963" y="337495"/>
            <a:ext cx="1174240" cy="35824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C42CC49-4DC0-356B-8D0D-915AB83F0CBB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16200000">
            <a:off x="11473681" y="6255668"/>
            <a:ext cx="1167204" cy="110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r>
              <a:rPr lang="en-US" sz="800" b="0" i="0" kern="1200" dirty="0">
                <a:solidFill>
                  <a:schemeClr val="bg1">
                    <a:alpha val="40000"/>
                  </a:schemeClr>
                </a:solidFill>
                <a:effectLst/>
                <a:latin typeface="Arial" panose="020B0604020202020204" pitchFamily="34" charset="0"/>
                <a:ea typeface="ＭＳ Ｐゴシック" charset="-128"/>
                <a:cs typeface="Arial" panose="020B0604020202020204" pitchFamily="34" charset="0"/>
              </a:rPr>
              <a:t>*AI-generated image</a:t>
            </a:r>
            <a:endParaRPr lang="en-GB" altLang="en-US" sz="800" b="0" i="0" dirty="0">
              <a:solidFill>
                <a:schemeClr val="bg1">
                  <a:alpha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13578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6_Section Divider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8B4BDED-79C0-A2BE-E93D-93E6D0A018B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24" y="12288"/>
            <a:ext cx="12170152" cy="684571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51C77175-EEE9-25B1-527F-B9622D6F21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679" y="1510375"/>
            <a:ext cx="5736792" cy="2075688"/>
          </a:xfrm>
        </p:spPr>
        <p:txBody>
          <a:bodyPr anchor="b" anchorCtr="0"/>
          <a:lstStyle>
            <a:lvl1pPr algn="l">
              <a:lnSpc>
                <a:spcPct val="85000"/>
              </a:lnSpc>
              <a:defRPr sz="4000" b="0" spc="-1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Title style</a:t>
            </a:r>
            <a:br>
              <a:rPr lang="en-US" dirty="0"/>
            </a:br>
            <a:r>
              <a:rPr lang="en-US" dirty="0"/>
              <a:t>Line 3</a:t>
            </a:r>
            <a:br>
              <a:rPr lang="en-US" dirty="0"/>
            </a:br>
            <a:r>
              <a:rPr lang="en-US" dirty="0"/>
              <a:t>Line 4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7C068D1C-F77C-7DC1-26D4-A7A885E94BB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0678" y="3788370"/>
            <a:ext cx="5736792" cy="702444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000">
                <a:solidFill>
                  <a:schemeClr val="bg2"/>
                </a:solidFill>
              </a:defRPr>
            </a:lvl1pPr>
            <a:lvl2pPr marL="457200" marR="0" indent="0" algn="r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edit subtitle style</a:t>
            </a:r>
            <a:endParaRPr lang="en-GB" dirty="0"/>
          </a:p>
        </p:txBody>
      </p:sp>
      <p:sp>
        <p:nvSpPr>
          <p:cNvPr id="6" name="Text Placeholder 28">
            <a:extLst>
              <a:ext uri="{FF2B5EF4-FFF2-40B4-BE49-F238E27FC236}">
                <a16:creationId xmlns:a16="http://schemas.microsoft.com/office/drawing/2014/main" id="{10DA7FAA-DCCA-CF1C-ECD1-04C3E040B2C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678" y="6311068"/>
            <a:ext cx="2881312" cy="213557"/>
          </a:xfrm>
        </p:spPr>
        <p:txBody>
          <a:bodyPr anchor="t"/>
          <a:lstStyle>
            <a:lvl1pPr marL="0" indent="0" algn="l">
              <a:spcAft>
                <a:spcPts val="600"/>
              </a:spcAft>
              <a:buFontTx/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7" name="Text Placeholder 28">
            <a:extLst>
              <a:ext uri="{FF2B5EF4-FFF2-40B4-BE49-F238E27FC236}">
                <a16:creationId xmlns:a16="http://schemas.microsoft.com/office/drawing/2014/main" id="{86B7BE92-B2BC-8117-727B-EBD35705FBC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678" y="6040944"/>
            <a:ext cx="2881312" cy="209279"/>
          </a:xfrm>
        </p:spPr>
        <p:txBody>
          <a:bodyPr anchor="t"/>
          <a:lstStyle>
            <a:lvl1pPr marL="0" indent="0" algn="l">
              <a:spcAft>
                <a:spcPts val="600"/>
              </a:spcAft>
              <a:buFontTx/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Author Name</a:t>
            </a:r>
          </a:p>
        </p:txBody>
      </p:sp>
      <p:sp>
        <p:nvSpPr>
          <p:cNvPr id="11" name="TextBox 26">
            <a:extLst>
              <a:ext uri="{FF2B5EF4-FFF2-40B4-BE49-F238E27FC236}">
                <a16:creationId xmlns:a16="http://schemas.microsoft.com/office/drawing/2014/main" id="{58D99759-E104-0D75-C1DB-0A9A0C25A47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544299" y="6574374"/>
            <a:ext cx="312738" cy="110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fld id="{2682C2D1-8EA8-E748-B66F-74D4D53CF8F8}" type="slidenum">
              <a:rPr lang="en-US" altLang="en-US" sz="800" b="0" i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lnSpc>
                  <a:spcPct val="90000"/>
                </a:lnSpc>
                <a:spcAft>
                  <a:spcPts val="600"/>
                </a:spcAft>
                <a:buFont typeface="Arial" charset="0"/>
                <a:buNone/>
                <a:defRPr/>
              </a:pPr>
              <a:t>‹#›</a:t>
            </a:fld>
            <a:endParaRPr lang="en-US" alt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20">
            <a:extLst>
              <a:ext uri="{FF2B5EF4-FFF2-40B4-BE49-F238E27FC236}">
                <a16:creationId xmlns:a16="http://schemas.microsoft.com/office/drawing/2014/main" id="{E4E6591A-AC04-6138-7360-1E12248FAD6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991884" y="6576910"/>
            <a:ext cx="4636741" cy="110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r>
              <a:rPr lang="en-GB" altLang="en-US" sz="800" b="0" i="0" dirty="0">
                <a:solidFill>
                  <a:schemeClr val="bg2">
                    <a:alpha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 Arm</a:t>
            </a:r>
          </a:p>
        </p:txBody>
      </p:sp>
      <p:pic>
        <p:nvPicPr>
          <p:cNvPr id="3" name="Picture 11">
            <a:extLst>
              <a:ext uri="{FF2B5EF4-FFF2-40B4-BE49-F238E27FC236}">
                <a16:creationId xmlns:a16="http://schemas.microsoft.com/office/drawing/2014/main" id="{6F8770C2-A68E-3EDF-2B41-11181D29DFB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34963" y="337495"/>
            <a:ext cx="1174240" cy="35824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6974697-6E30-7188-CE5B-022BA66424C8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16200000">
            <a:off x="11473681" y="6255668"/>
            <a:ext cx="1167204" cy="110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r>
              <a:rPr lang="en-US" sz="800" b="0" i="0" kern="1200" dirty="0">
                <a:solidFill>
                  <a:schemeClr val="bg1">
                    <a:alpha val="40000"/>
                  </a:schemeClr>
                </a:solidFill>
                <a:effectLst/>
                <a:latin typeface="Arial" panose="020B0604020202020204" pitchFamily="34" charset="0"/>
                <a:ea typeface="ＭＳ Ｐゴシック" charset="-128"/>
                <a:cs typeface="Arial" panose="020B0604020202020204" pitchFamily="34" charset="0"/>
              </a:rPr>
              <a:t>*AI-generated image</a:t>
            </a:r>
            <a:endParaRPr lang="en-GB" altLang="en-US" sz="800" b="0" i="0" dirty="0">
              <a:solidFill>
                <a:schemeClr val="bg1">
                  <a:alpha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45057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1_Section Divider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26A59A6-B0BB-7A8E-4E98-559764C4F74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12192000" cy="685800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51C77175-EEE9-25B1-527F-B9622D6F21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679" y="1510375"/>
            <a:ext cx="5736792" cy="2075688"/>
          </a:xfrm>
        </p:spPr>
        <p:txBody>
          <a:bodyPr anchor="b" anchorCtr="0"/>
          <a:lstStyle>
            <a:lvl1pPr algn="l">
              <a:lnSpc>
                <a:spcPct val="85000"/>
              </a:lnSpc>
              <a:defRPr sz="4000" b="0" spc="-1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Title style</a:t>
            </a:r>
            <a:br>
              <a:rPr lang="en-US" dirty="0"/>
            </a:br>
            <a:r>
              <a:rPr lang="en-US" dirty="0"/>
              <a:t>Line 3</a:t>
            </a:r>
            <a:br>
              <a:rPr lang="en-US" dirty="0"/>
            </a:br>
            <a:r>
              <a:rPr lang="en-US" dirty="0"/>
              <a:t>Line 4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7C068D1C-F77C-7DC1-26D4-A7A885E94BB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0678" y="3788370"/>
            <a:ext cx="5736792" cy="702444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000">
                <a:solidFill>
                  <a:schemeClr val="bg2"/>
                </a:solidFill>
              </a:defRPr>
            </a:lvl1pPr>
            <a:lvl2pPr marL="457200" marR="0" indent="0" algn="r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edit subtitle style</a:t>
            </a:r>
            <a:endParaRPr lang="en-GB" dirty="0"/>
          </a:p>
        </p:txBody>
      </p:sp>
      <p:sp>
        <p:nvSpPr>
          <p:cNvPr id="6" name="Text Placeholder 28">
            <a:extLst>
              <a:ext uri="{FF2B5EF4-FFF2-40B4-BE49-F238E27FC236}">
                <a16:creationId xmlns:a16="http://schemas.microsoft.com/office/drawing/2014/main" id="{10DA7FAA-DCCA-CF1C-ECD1-04C3E040B2C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678" y="6311068"/>
            <a:ext cx="2881312" cy="213557"/>
          </a:xfrm>
        </p:spPr>
        <p:txBody>
          <a:bodyPr anchor="t"/>
          <a:lstStyle>
            <a:lvl1pPr marL="0" indent="0" algn="l">
              <a:spcAft>
                <a:spcPts val="600"/>
              </a:spcAft>
              <a:buFontTx/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7" name="Text Placeholder 28">
            <a:extLst>
              <a:ext uri="{FF2B5EF4-FFF2-40B4-BE49-F238E27FC236}">
                <a16:creationId xmlns:a16="http://schemas.microsoft.com/office/drawing/2014/main" id="{86B7BE92-B2BC-8117-727B-EBD35705FBC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678" y="6040944"/>
            <a:ext cx="2881312" cy="209279"/>
          </a:xfrm>
        </p:spPr>
        <p:txBody>
          <a:bodyPr anchor="t"/>
          <a:lstStyle>
            <a:lvl1pPr marL="0" indent="0" algn="l">
              <a:spcAft>
                <a:spcPts val="600"/>
              </a:spcAft>
              <a:buFontTx/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Author Name</a:t>
            </a:r>
          </a:p>
        </p:txBody>
      </p:sp>
      <p:sp>
        <p:nvSpPr>
          <p:cNvPr id="11" name="TextBox 26">
            <a:extLst>
              <a:ext uri="{FF2B5EF4-FFF2-40B4-BE49-F238E27FC236}">
                <a16:creationId xmlns:a16="http://schemas.microsoft.com/office/drawing/2014/main" id="{58D99759-E104-0D75-C1DB-0A9A0C25A47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544299" y="6574374"/>
            <a:ext cx="312738" cy="110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fld id="{2682C2D1-8EA8-E748-B66F-74D4D53CF8F8}" type="slidenum">
              <a:rPr lang="en-US" altLang="en-US" sz="800" b="0" i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lnSpc>
                  <a:spcPct val="90000"/>
                </a:lnSpc>
                <a:spcAft>
                  <a:spcPts val="600"/>
                </a:spcAft>
                <a:buFont typeface="Arial" charset="0"/>
                <a:buNone/>
                <a:defRPr/>
              </a:pPr>
              <a:t>‹#›</a:t>
            </a:fld>
            <a:endParaRPr lang="en-US" alt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20">
            <a:extLst>
              <a:ext uri="{FF2B5EF4-FFF2-40B4-BE49-F238E27FC236}">
                <a16:creationId xmlns:a16="http://schemas.microsoft.com/office/drawing/2014/main" id="{E4E6591A-AC04-6138-7360-1E12248FAD6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991884" y="6576910"/>
            <a:ext cx="4636741" cy="110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r>
              <a:rPr lang="en-GB" altLang="en-US" sz="800" b="0" i="0" dirty="0">
                <a:solidFill>
                  <a:schemeClr val="bg2">
                    <a:alpha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 Arm</a:t>
            </a:r>
          </a:p>
        </p:txBody>
      </p:sp>
      <p:pic>
        <p:nvPicPr>
          <p:cNvPr id="3" name="Picture 11">
            <a:extLst>
              <a:ext uri="{FF2B5EF4-FFF2-40B4-BE49-F238E27FC236}">
                <a16:creationId xmlns:a16="http://schemas.microsoft.com/office/drawing/2014/main" id="{55FBD7D0-0C6A-C886-5241-C80C35E2615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34963" y="337495"/>
            <a:ext cx="1174240" cy="358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17176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2_Section Divider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E7E189B-5C82-F523-047C-1F954333DBB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51C77175-EEE9-25B1-527F-B9622D6F21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679" y="1510375"/>
            <a:ext cx="5736792" cy="2075688"/>
          </a:xfrm>
        </p:spPr>
        <p:txBody>
          <a:bodyPr anchor="b" anchorCtr="0"/>
          <a:lstStyle>
            <a:lvl1pPr algn="l">
              <a:lnSpc>
                <a:spcPct val="85000"/>
              </a:lnSpc>
              <a:defRPr sz="4000" b="0" spc="-1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Title style</a:t>
            </a:r>
            <a:br>
              <a:rPr lang="en-US" dirty="0"/>
            </a:br>
            <a:r>
              <a:rPr lang="en-US" dirty="0"/>
              <a:t>Line 3</a:t>
            </a:r>
            <a:br>
              <a:rPr lang="en-US" dirty="0"/>
            </a:br>
            <a:r>
              <a:rPr lang="en-US" dirty="0"/>
              <a:t>Line 4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7C068D1C-F77C-7DC1-26D4-A7A885E94BB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0678" y="3788370"/>
            <a:ext cx="5736792" cy="702444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000">
                <a:solidFill>
                  <a:schemeClr val="bg2"/>
                </a:solidFill>
              </a:defRPr>
            </a:lvl1pPr>
            <a:lvl2pPr marL="457200" marR="0" indent="0" algn="r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edit subtitle style</a:t>
            </a:r>
            <a:endParaRPr lang="en-GB" dirty="0"/>
          </a:p>
        </p:txBody>
      </p:sp>
      <p:sp>
        <p:nvSpPr>
          <p:cNvPr id="6" name="Text Placeholder 28">
            <a:extLst>
              <a:ext uri="{FF2B5EF4-FFF2-40B4-BE49-F238E27FC236}">
                <a16:creationId xmlns:a16="http://schemas.microsoft.com/office/drawing/2014/main" id="{10DA7FAA-DCCA-CF1C-ECD1-04C3E040B2C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678" y="6311068"/>
            <a:ext cx="2881312" cy="213557"/>
          </a:xfrm>
        </p:spPr>
        <p:txBody>
          <a:bodyPr anchor="t"/>
          <a:lstStyle>
            <a:lvl1pPr marL="0" indent="0" algn="l">
              <a:spcAft>
                <a:spcPts val="600"/>
              </a:spcAft>
              <a:buFontTx/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7" name="Text Placeholder 28">
            <a:extLst>
              <a:ext uri="{FF2B5EF4-FFF2-40B4-BE49-F238E27FC236}">
                <a16:creationId xmlns:a16="http://schemas.microsoft.com/office/drawing/2014/main" id="{86B7BE92-B2BC-8117-727B-EBD35705FBC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678" y="6040944"/>
            <a:ext cx="2881312" cy="209279"/>
          </a:xfrm>
        </p:spPr>
        <p:txBody>
          <a:bodyPr anchor="t"/>
          <a:lstStyle>
            <a:lvl1pPr marL="0" indent="0" algn="l">
              <a:spcAft>
                <a:spcPts val="600"/>
              </a:spcAft>
              <a:buFontTx/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Author Name</a:t>
            </a:r>
          </a:p>
        </p:txBody>
      </p:sp>
      <p:sp>
        <p:nvSpPr>
          <p:cNvPr id="11" name="TextBox 26">
            <a:extLst>
              <a:ext uri="{FF2B5EF4-FFF2-40B4-BE49-F238E27FC236}">
                <a16:creationId xmlns:a16="http://schemas.microsoft.com/office/drawing/2014/main" id="{58D99759-E104-0D75-C1DB-0A9A0C25A47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544299" y="6574374"/>
            <a:ext cx="312738" cy="110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fld id="{2682C2D1-8EA8-E748-B66F-74D4D53CF8F8}" type="slidenum">
              <a:rPr lang="en-US" altLang="en-US" sz="800" b="0" i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lnSpc>
                  <a:spcPct val="90000"/>
                </a:lnSpc>
                <a:spcAft>
                  <a:spcPts val="600"/>
                </a:spcAft>
                <a:buFont typeface="Arial" charset="0"/>
                <a:buNone/>
                <a:defRPr/>
              </a:pPr>
              <a:t>‹#›</a:t>
            </a:fld>
            <a:endParaRPr lang="en-US" alt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20">
            <a:extLst>
              <a:ext uri="{FF2B5EF4-FFF2-40B4-BE49-F238E27FC236}">
                <a16:creationId xmlns:a16="http://schemas.microsoft.com/office/drawing/2014/main" id="{E4E6591A-AC04-6138-7360-1E12248FAD6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991884" y="6576910"/>
            <a:ext cx="4636741" cy="110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r>
              <a:rPr lang="en-GB" altLang="en-US" sz="800" b="0" i="0" dirty="0">
                <a:solidFill>
                  <a:schemeClr val="bg2">
                    <a:alpha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 Arm</a:t>
            </a:r>
          </a:p>
        </p:txBody>
      </p:sp>
      <p:pic>
        <p:nvPicPr>
          <p:cNvPr id="3" name="Picture 11">
            <a:extLst>
              <a:ext uri="{FF2B5EF4-FFF2-40B4-BE49-F238E27FC236}">
                <a16:creationId xmlns:a16="http://schemas.microsoft.com/office/drawing/2014/main" id="{7319B784-3C1F-F656-AB32-0EEEF44092C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34963" y="337495"/>
            <a:ext cx="1174240" cy="358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81140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6_Section Divider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E7E189B-5C82-F523-047C-1F954333DBB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51C77175-EEE9-25B1-527F-B9622D6F21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679" y="1510375"/>
            <a:ext cx="5736792" cy="2075688"/>
          </a:xfrm>
        </p:spPr>
        <p:txBody>
          <a:bodyPr anchor="b" anchorCtr="0"/>
          <a:lstStyle>
            <a:lvl1pPr algn="l">
              <a:lnSpc>
                <a:spcPct val="85000"/>
              </a:lnSpc>
              <a:defRPr sz="4000" b="0" spc="-1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Title style</a:t>
            </a:r>
            <a:br>
              <a:rPr lang="en-US" dirty="0"/>
            </a:br>
            <a:r>
              <a:rPr lang="en-US" dirty="0"/>
              <a:t>Line 3</a:t>
            </a:r>
            <a:br>
              <a:rPr lang="en-US" dirty="0"/>
            </a:br>
            <a:r>
              <a:rPr lang="en-US" dirty="0"/>
              <a:t>Line 4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7C068D1C-F77C-7DC1-26D4-A7A885E94BB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0678" y="3788370"/>
            <a:ext cx="5736792" cy="702444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000">
                <a:solidFill>
                  <a:schemeClr val="bg2"/>
                </a:solidFill>
              </a:defRPr>
            </a:lvl1pPr>
            <a:lvl2pPr marL="457200" marR="0" indent="0" algn="r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edit subtitle style</a:t>
            </a:r>
            <a:endParaRPr lang="en-GB" dirty="0"/>
          </a:p>
        </p:txBody>
      </p:sp>
      <p:sp>
        <p:nvSpPr>
          <p:cNvPr id="6" name="Text Placeholder 28">
            <a:extLst>
              <a:ext uri="{FF2B5EF4-FFF2-40B4-BE49-F238E27FC236}">
                <a16:creationId xmlns:a16="http://schemas.microsoft.com/office/drawing/2014/main" id="{10DA7FAA-DCCA-CF1C-ECD1-04C3E040B2C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678" y="6311068"/>
            <a:ext cx="2881312" cy="213557"/>
          </a:xfrm>
        </p:spPr>
        <p:txBody>
          <a:bodyPr anchor="t"/>
          <a:lstStyle>
            <a:lvl1pPr marL="0" indent="0" algn="l">
              <a:spcAft>
                <a:spcPts val="600"/>
              </a:spcAft>
              <a:buFontTx/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7" name="Text Placeholder 28">
            <a:extLst>
              <a:ext uri="{FF2B5EF4-FFF2-40B4-BE49-F238E27FC236}">
                <a16:creationId xmlns:a16="http://schemas.microsoft.com/office/drawing/2014/main" id="{86B7BE92-B2BC-8117-727B-EBD35705FBC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678" y="6040944"/>
            <a:ext cx="2881312" cy="209279"/>
          </a:xfrm>
        </p:spPr>
        <p:txBody>
          <a:bodyPr anchor="t"/>
          <a:lstStyle>
            <a:lvl1pPr marL="0" indent="0" algn="l">
              <a:spcAft>
                <a:spcPts val="600"/>
              </a:spcAft>
              <a:buFontTx/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Author Name</a:t>
            </a:r>
          </a:p>
        </p:txBody>
      </p:sp>
      <p:sp>
        <p:nvSpPr>
          <p:cNvPr id="11" name="TextBox 26">
            <a:extLst>
              <a:ext uri="{FF2B5EF4-FFF2-40B4-BE49-F238E27FC236}">
                <a16:creationId xmlns:a16="http://schemas.microsoft.com/office/drawing/2014/main" id="{58D99759-E104-0D75-C1DB-0A9A0C25A47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544299" y="6574374"/>
            <a:ext cx="312738" cy="110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fld id="{2682C2D1-8EA8-E748-B66F-74D4D53CF8F8}" type="slidenum">
              <a:rPr lang="en-US" altLang="en-US" sz="800" b="0" i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lnSpc>
                  <a:spcPct val="90000"/>
                </a:lnSpc>
                <a:spcAft>
                  <a:spcPts val="600"/>
                </a:spcAft>
                <a:buFont typeface="Arial" charset="0"/>
                <a:buNone/>
                <a:defRPr/>
              </a:pPr>
              <a:t>‹#›</a:t>
            </a:fld>
            <a:endParaRPr lang="en-US" alt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20">
            <a:extLst>
              <a:ext uri="{FF2B5EF4-FFF2-40B4-BE49-F238E27FC236}">
                <a16:creationId xmlns:a16="http://schemas.microsoft.com/office/drawing/2014/main" id="{E4E6591A-AC04-6138-7360-1E12248FAD6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991884" y="6576910"/>
            <a:ext cx="4636741" cy="110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r>
              <a:rPr lang="en-GB" altLang="en-US" sz="800" b="0" i="0" dirty="0">
                <a:solidFill>
                  <a:schemeClr val="bg2">
                    <a:alpha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 Arm</a:t>
            </a:r>
          </a:p>
        </p:txBody>
      </p:sp>
      <p:pic>
        <p:nvPicPr>
          <p:cNvPr id="3" name="Picture 11">
            <a:extLst>
              <a:ext uri="{FF2B5EF4-FFF2-40B4-BE49-F238E27FC236}">
                <a16:creationId xmlns:a16="http://schemas.microsoft.com/office/drawing/2014/main" id="{7319B784-3C1F-F656-AB32-0EEEF44092C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34963" y="337495"/>
            <a:ext cx="1174240" cy="358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28234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0_Section Divider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12C9A28-D66F-7747-1E74-38C1961657A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862" y="7805"/>
            <a:ext cx="12178136" cy="6850202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7628DB3C-BBE2-BAD3-74ED-90D9681F5F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679" y="1510375"/>
            <a:ext cx="5736792" cy="2075688"/>
          </a:xfrm>
        </p:spPr>
        <p:txBody>
          <a:bodyPr anchor="b" anchorCtr="0"/>
          <a:lstStyle>
            <a:lvl1pPr algn="l">
              <a:lnSpc>
                <a:spcPct val="85000"/>
              </a:lnSpc>
              <a:defRPr sz="4000" b="0" spc="-1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Title style</a:t>
            </a:r>
            <a:br>
              <a:rPr lang="en-US" dirty="0"/>
            </a:br>
            <a:r>
              <a:rPr lang="en-US" dirty="0"/>
              <a:t>Line 3</a:t>
            </a:r>
            <a:br>
              <a:rPr lang="en-US" dirty="0"/>
            </a:br>
            <a:r>
              <a:rPr lang="en-US" dirty="0"/>
              <a:t>Line 4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D1FAE997-0E03-68D3-875D-17B1C4032BC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0678" y="3788370"/>
            <a:ext cx="5736792" cy="702444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000">
                <a:solidFill>
                  <a:schemeClr val="bg2"/>
                </a:solidFill>
              </a:defRPr>
            </a:lvl1pPr>
            <a:lvl2pPr marL="457200" marR="0" indent="0" algn="r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edit subtitle style</a:t>
            </a:r>
            <a:endParaRPr lang="en-GB" dirty="0"/>
          </a:p>
        </p:txBody>
      </p:sp>
      <p:sp>
        <p:nvSpPr>
          <p:cNvPr id="16" name="Text Placeholder 28">
            <a:extLst>
              <a:ext uri="{FF2B5EF4-FFF2-40B4-BE49-F238E27FC236}">
                <a16:creationId xmlns:a16="http://schemas.microsoft.com/office/drawing/2014/main" id="{224B40CB-D476-E9C9-B505-35E88FC1856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678" y="6311068"/>
            <a:ext cx="2881312" cy="213557"/>
          </a:xfrm>
        </p:spPr>
        <p:txBody>
          <a:bodyPr anchor="t"/>
          <a:lstStyle>
            <a:lvl1pPr marL="0" indent="0" algn="l">
              <a:spcAft>
                <a:spcPts val="600"/>
              </a:spcAft>
              <a:buFontTx/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8BFD93A1-4541-A89C-BDAF-7EAF1393AA8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678" y="6040944"/>
            <a:ext cx="2881312" cy="209279"/>
          </a:xfrm>
        </p:spPr>
        <p:txBody>
          <a:bodyPr anchor="t"/>
          <a:lstStyle>
            <a:lvl1pPr marL="0" indent="0" algn="l">
              <a:spcAft>
                <a:spcPts val="600"/>
              </a:spcAft>
              <a:buFontTx/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Author Name</a:t>
            </a:r>
          </a:p>
        </p:txBody>
      </p:sp>
      <p:sp>
        <p:nvSpPr>
          <p:cNvPr id="20" name="TextBox 26">
            <a:extLst>
              <a:ext uri="{FF2B5EF4-FFF2-40B4-BE49-F238E27FC236}">
                <a16:creationId xmlns:a16="http://schemas.microsoft.com/office/drawing/2014/main" id="{CC3D5B98-9C9C-6A1D-03B3-EBC01D49EF0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544299" y="6574374"/>
            <a:ext cx="312738" cy="110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fld id="{2682C2D1-8EA8-E748-B66F-74D4D53CF8F8}" type="slidenum">
              <a:rPr lang="en-US" altLang="en-US" sz="800" b="0" i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lnSpc>
                  <a:spcPct val="90000"/>
                </a:lnSpc>
                <a:spcAft>
                  <a:spcPts val="600"/>
                </a:spcAft>
                <a:buFont typeface="Arial" charset="0"/>
                <a:buNone/>
                <a:defRPr/>
              </a:pPr>
              <a:t>‹#›</a:t>
            </a:fld>
            <a:endParaRPr lang="en-US" alt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F531C0C-96BA-ED29-6B5B-D13B9AB5DB2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991884" y="6576910"/>
            <a:ext cx="4636741" cy="110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r>
              <a:rPr lang="en-GB" altLang="en-US" sz="800" b="0" i="0" dirty="0">
                <a:solidFill>
                  <a:schemeClr val="bg2">
                    <a:alpha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 Arm</a:t>
            </a:r>
          </a:p>
        </p:txBody>
      </p:sp>
      <p:pic>
        <p:nvPicPr>
          <p:cNvPr id="3" name="Picture 11">
            <a:extLst>
              <a:ext uri="{FF2B5EF4-FFF2-40B4-BE49-F238E27FC236}">
                <a16:creationId xmlns:a16="http://schemas.microsoft.com/office/drawing/2014/main" id="{247756B6-0DE2-04ED-A0F2-F2FBF5F5617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34963" y="337495"/>
            <a:ext cx="1174240" cy="358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56854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4_Section Divider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0C51FEE-E9D9-FD3A-44B4-5BF3F05123E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862" y="7805"/>
            <a:ext cx="12178135" cy="6850201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7628DB3C-BBE2-BAD3-74ED-90D9681F5F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679" y="1510375"/>
            <a:ext cx="5736792" cy="2075688"/>
          </a:xfrm>
        </p:spPr>
        <p:txBody>
          <a:bodyPr anchor="b" anchorCtr="0"/>
          <a:lstStyle>
            <a:lvl1pPr algn="l">
              <a:lnSpc>
                <a:spcPct val="85000"/>
              </a:lnSpc>
              <a:defRPr sz="4000" b="0" spc="-1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Title style</a:t>
            </a:r>
            <a:br>
              <a:rPr lang="en-US" dirty="0"/>
            </a:br>
            <a:r>
              <a:rPr lang="en-US" dirty="0"/>
              <a:t>Line 3</a:t>
            </a:r>
            <a:br>
              <a:rPr lang="en-US" dirty="0"/>
            </a:br>
            <a:r>
              <a:rPr lang="en-US" dirty="0"/>
              <a:t>Line 4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D1FAE997-0E03-68D3-875D-17B1C4032BC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0678" y="3788370"/>
            <a:ext cx="5736792" cy="702444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000">
                <a:solidFill>
                  <a:schemeClr val="bg2"/>
                </a:solidFill>
              </a:defRPr>
            </a:lvl1pPr>
            <a:lvl2pPr marL="457200" marR="0" indent="0" algn="r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edit subtitle style</a:t>
            </a:r>
            <a:endParaRPr lang="en-GB" dirty="0"/>
          </a:p>
        </p:txBody>
      </p:sp>
      <p:sp>
        <p:nvSpPr>
          <p:cNvPr id="16" name="Text Placeholder 28">
            <a:extLst>
              <a:ext uri="{FF2B5EF4-FFF2-40B4-BE49-F238E27FC236}">
                <a16:creationId xmlns:a16="http://schemas.microsoft.com/office/drawing/2014/main" id="{224B40CB-D476-E9C9-B505-35E88FC1856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678" y="6311068"/>
            <a:ext cx="2881312" cy="213557"/>
          </a:xfrm>
        </p:spPr>
        <p:txBody>
          <a:bodyPr anchor="t"/>
          <a:lstStyle>
            <a:lvl1pPr marL="0" indent="0" algn="l">
              <a:spcAft>
                <a:spcPts val="600"/>
              </a:spcAft>
              <a:buFontTx/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8BFD93A1-4541-A89C-BDAF-7EAF1393AA8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678" y="6040944"/>
            <a:ext cx="2881312" cy="209279"/>
          </a:xfrm>
        </p:spPr>
        <p:txBody>
          <a:bodyPr anchor="t"/>
          <a:lstStyle>
            <a:lvl1pPr marL="0" indent="0" algn="l">
              <a:spcAft>
                <a:spcPts val="600"/>
              </a:spcAft>
              <a:buFontTx/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Author Name</a:t>
            </a:r>
          </a:p>
        </p:txBody>
      </p:sp>
      <p:sp>
        <p:nvSpPr>
          <p:cNvPr id="20" name="TextBox 26">
            <a:extLst>
              <a:ext uri="{FF2B5EF4-FFF2-40B4-BE49-F238E27FC236}">
                <a16:creationId xmlns:a16="http://schemas.microsoft.com/office/drawing/2014/main" id="{CC3D5B98-9C9C-6A1D-03B3-EBC01D49EF0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544299" y="6574374"/>
            <a:ext cx="312738" cy="110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fld id="{2682C2D1-8EA8-E748-B66F-74D4D53CF8F8}" type="slidenum">
              <a:rPr lang="en-US" altLang="en-US" sz="800" b="0" i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lnSpc>
                  <a:spcPct val="90000"/>
                </a:lnSpc>
                <a:spcAft>
                  <a:spcPts val="600"/>
                </a:spcAft>
                <a:buFont typeface="Arial" charset="0"/>
                <a:buNone/>
                <a:defRPr/>
              </a:pPr>
              <a:t>‹#›</a:t>
            </a:fld>
            <a:endParaRPr lang="en-US" alt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F531C0C-96BA-ED29-6B5B-D13B9AB5DB2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991884" y="6576910"/>
            <a:ext cx="4636741" cy="110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r>
              <a:rPr lang="en-GB" altLang="en-US" sz="800" b="0" i="0" dirty="0">
                <a:solidFill>
                  <a:schemeClr val="bg2">
                    <a:alpha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 Arm</a:t>
            </a:r>
          </a:p>
        </p:txBody>
      </p:sp>
      <p:pic>
        <p:nvPicPr>
          <p:cNvPr id="3" name="Picture 11">
            <a:extLst>
              <a:ext uri="{FF2B5EF4-FFF2-40B4-BE49-F238E27FC236}">
                <a16:creationId xmlns:a16="http://schemas.microsoft.com/office/drawing/2014/main" id="{247756B6-0DE2-04ED-A0F2-F2FBF5F5617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34963" y="337495"/>
            <a:ext cx="1174240" cy="35824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9253B43-87A1-138E-C81E-1193F265B437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16200000">
            <a:off x="11473681" y="6255668"/>
            <a:ext cx="1167204" cy="110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r>
              <a:rPr lang="en-US" sz="800" b="0" i="0" kern="1200" dirty="0">
                <a:solidFill>
                  <a:schemeClr val="bg1">
                    <a:alpha val="60000"/>
                  </a:schemeClr>
                </a:solidFill>
                <a:effectLst/>
                <a:latin typeface="Arial" panose="020B0604020202020204" pitchFamily="34" charset="0"/>
                <a:ea typeface="ＭＳ Ｐゴシック" charset="-128"/>
                <a:cs typeface="Arial" panose="020B0604020202020204" pitchFamily="34" charset="0"/>
              </a:rPr>
              <a:t>*AI-generated image</a:t>
            </a:r>
            <a:endParaRPr lang="en-GB" altLang="en-US" sz="800" b="0" i="0" dirty="0">
              <a:solidFill>
                <a:schemeClr val="bg1">
                  <a:alpha val="6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699600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3_Section Divider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CC6B28A-4523-72C0-1D84-8F985DDFB9A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865" y="7799"/>
            <a:ext cx="12178135" cy="6850201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7628DB3C-BBE2-BAD3-74ED-90D9681F5F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679" y="1510375"/>
            <a:ext cx="5736792" cy="2075688"/>
          </a:xfrm>
        </p:spPr>
        <p:txBody>
          <a:bodyPr anchor="b" anchorCtr="0"/>
          <a:lstStyle>
            <a:lvl1pPr algn="l">
              <a:lnSpc>
                <a:spcPct val="85000"/>
              </a:lnSpc>
              <a:defRPr sz="4000" b="0" spc="-1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Title style</a:t>
            </a:r>
            <a:br>
              <a:rPr lang="en-US" dirty="0"/>
            </a:br>
            <a:r>
              <a:rPr lang="en-US" dirty="0"/>
              <a:t>Line 3</a:t>
            </a:r>
            <a:br>
              <a:rPr lang="en-US" dirty="0"/>
            </a:br>
            <a:r>
              <a:rPr lang="en-US" dirty="0"/>
              <a:t>Line 4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D1FAE997-0E03-68D3-875D-17B1C4032BC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0678" y="3788370"/>
            <a:ext cx="5736792" cy="702444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000">
                <a:solidFill>
                  <a:schemeClr val="bg2"/>
                </a:solidFill>
              </a:defRPr>
            </a:lvl1pPr>
            <a:lvl2pPr marL="457200" marR="0" indent="0" algn="r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edit subtitle style</a:t>
            </a:r>
            <a:endParaRPr lang="en-GB" dirty="0"/>
          </a:p>
        </p:txBody>
      </p:sp>
      <p:sp>
        <p:nvSpPr>
          <p:cNvPr id="16" name="Text Placeholder 28">
            <a:extLst>
              <a:ext uri="{FF2B5EF4-FFF2-40B4-BE49-F238E27FC236}">
                <a16:creationId xmlns:a16="http://schemas.microsoft.com/office/drawing/2014/main" id="{224B40CB-D476-E9C9-B505-35E88FC1856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678" y="6311068"/>
            <a:ext cx="2881312" cy="213557"/>
          </a:xfrm>
        </p:spPr>
        <p:txBody>
          <a:bodyPr anchor="t"/>
          <a:lstStyle>
            <a:lvl1pPr marL="0" indent="0" algn="l">
              <a:spcAft>
                <a:spcPts val="600"/>
              </a:spcAft>
              <a:buFontTx/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8BFD93A1-4541-A89C-BDAF-7EAF1393AA8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678" y="6040944"/>
            <a:ext cx="2881312" cy="209279"/>
          </a:xfrm>
        </p:spPr>
        <p:txBody>
          <a:bodyPr anchor="t"/>
          <a:lstStyle>
            <a:lvl1pPr marL="0" indent="0" algn="l">
              <a:spcAft>
                <a:spcPts val="600"/>
              </a:spcAft>
              <a:buFontTx/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Author Name</a:t>
            </a:r>
          </a:p>
        </p:txBody>
      </p:sp>
      <p:sp>
        <p:nvSpPr>
          <p:cNvPr id="20" name="TextBox 26">
            <a:extLst>
              <a:ext uri="{FF2B5EF4-FFF2-40B4-BE49-F238E27FC236}">
                <a16:creationId xmlns:a16="http://schemas.microsoft.com/office/drawing/2014/main" id="{CC3D5B98-9C9C-6A1D-03B3-EBC01D49EF0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544299" y="6574374"/>
            <a:ext cx="312738" cy="110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fld id="{2682C2D1-8EA8-E748-B66F-74D4D53CF8F8}" type="slidenum">
              <a:rPr lang="en-US" altLang="en-US" sz="800" b="0" i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lnSpc>
                  <a:spcPct val="90000"/>
                </a:lnSpc>
                <a:spcAft>
                  <a:spcPts val="600"/>
                </a:spcAft>
                <a:buFont typeface="Arial" charset="0"/>
                <a:buNone/>
                <a:defRPr/>
              </a:pPr>
              <a:t>‹#›</a:t>
            </a:fld>
            <a:endParaRPr lang="en-US" alt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F531C0C-96BA-ED29-6B5B-D13B9AB5DB2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991884" y="6576910"/>
            <a:ext cx="4636741" cy="110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r>
              <a:rPr lang="en-GB" altLang="en-US" sz="800" b="0" i="0" dirty="0">
                <a:solidFill>
                  <a:schemeClr val="bg2">
                    <a:alpha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 Arm</a:t>
            </a:r>
          </a:p>
        </p:txBody>
      </p:sp>
      <p:pic>
        <p:nvPicPr>
          <p:cNvPr id="3" name="Picture 11">
            <a:extLst>
              <a:ext uri="{FF2B5EF4-FFF2-40B4-BE49-F238E27FC236}">
                <a16:creationId xmlns:a16="http://schemas.microsoft.com/office/drawing/2014/main" id="{B82D0067-8CA9-6218-6454-41F6797DA80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34963" y="337495"/>
            <a:ext cx="1174240" cy="358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00606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9_Section Divider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12C9A28-D66F-7747-1E74-38C1961657A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863" y="7797"/>
            <a:ext cx="12178135" cy="6850200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7628DB3C-BBE2-BAD3-74ED-90D9681F5F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679" y="1510375"/>
            <a:ext cx="5736792" cy="2075688"/>
          </a:xfrm>
        </p:spPr>
        <p:txBody>
          <a:bodyPr anchor="b" anchorCtr="0"/>
          <a:lstStyle>
            <a:lvl1pPr algn="l">
              <a:lnSpc>
                <a:spcPct val="85000"/>
              </a:lnSpc>
              <a:defRPr sz="4000" b="0" spc="-1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Title style</a:t>
            </a:r>
            <a:br>
              <a:rPr lang="en-US" dirty="0"/>
            </a:br>
            <a:r>
              <a:rPr lang="en-US" dirty="0"/>
              <a:t>Line 3</a:t>
            </a:r>
            <a:br>
              <a:rPr lang="en-US" dirty="0"/>
            </a:br>
            <a:r>
              <a:rPr lang="en-US" dirty="0"/>
              <a:t>Line 4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D1FAE997-0E03-68D3-875D-17B1C4032BC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0678" y="3788370"/>
            <a:ext cx="5736792" cy="702444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000">
                <a:solidFill>
                  <a:schemeClr val="bg2"/>
                </a:solidFill>
              </a:defRPr>
            </a:lvl1pPr>
            <a:lvl2pPr marL="457200" marR="0" indent="0" algn="r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edit subtitle style</a:t>
            </a:r>
            <a:endParaRPr lang="en-GB" dirty="0"/>
          </a:p>
        </p:txBody>
      </p:sp>
      <p:sp>
        <p:nvSpPr>
          <p:cNvPr id="16" name="Text Placeholder 28">
            <a:extLst>
              <a:ext uri="{FF2B5EF4-FFF2-40B4-BE49-F238E27FC236}">
                <a16:creationId xmlns:a16="http://schemas.microsoft.com/office/drawing/2014/main" id="{224B40CB-D476-E9C9-B505-35E88FC1856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678" y="6311068"/>
            <a:ext cx="2881312" cy="213557"/>
          </a:xfrm>
        </p:spPr>
        <p:txBody>
          <a:bodyPr anchor="t"/>
          <a:lstStyle>
            <a:lvl1pPr marL="0" indent="0" algn="l">
              <a:spcAft>
                <a:spcPts val="600"/>
              </a:spcAft>
              <a:buFontTx/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8BFD93A1-4541-A89C-BDAF-7EAF1393AA8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678" y="6040944"/>
            <a:ext cx="2881312" cy="209279"/>
          </a:xfrm>
        </p:spPr>
        <p:txBody>
          <a:bodyPr anchor="t"/>
          <a:lstStyle>
            <a:lvl1pPr marL="0" indent="0" algn="l">
              <a:spcAft>
                <a:spcPts val="600"/>
              </a:spcAft>
              <a:buFontTx/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Author Name</a:t>
            </a:r>
          </a:p>
        </p:txBody>
      </p:sp>
      <p:sp>
        <p:nvSpPr>
          <p:cNvPr id="20" name="TextBox 26">
            <a:extLst>
              <a:ext uri="{FF2B5EF4-FFF2-40B4-BE49-F238E27FC236}">
                <a16:creationId xmlns:a16="http://schemas.microsoft.com/office/drawing/2014/main" id="{CC3D5B98-9C9C-6A1D-03B3-EBC01D49EF0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544299" y="6574374"/>
            <a:ext cx="312738" cy="110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fld id="{2682C2D1-8EA8-E748-B66F-74D4D53CF8F8}" type="slidenum">
              <a:rPr lang="en-US" altLang="en-US" sz="800" b="0" i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lnSpc>
                  <a:spcPct val="90000"/>
                </a:lnSpc>
                <a:spcAft>
                  <a:spcPts val="600"/>
                </a:spcAft>
                <a:buFont typeface="Arial" charset="0"/>
                <a:buNone/>
                <a:defRPr/>
              </a:pPr>
              <a:t>‹#›</a:t>
            </a:fld>
            <a:endParaRPr lang="en-US" alt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F531C0C-96BA-ED29-6B5B-D13B9AB5DB2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991884" y="6576910"/>
            <a:ext cx="4636741" cy="110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r>
              <a:rPr lang="en-GB" altLang="en-US" sz="800" b="0" i="0" dirty="0">
                <a:solidFill>
                  <a:schemeClr val="bg2">
                    <a:alpha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 Arm</a:t>
            </a:r>
          </a:p>
        </p:txBody>
      </p:sp>
      <p:pic>
        <p:nvPicPr>
          <p:cNvPr id="3" name="Picture 11">
            <a:extLst>
              <a:ext uri="{FF2B5EF4-FFF2-40B4-BE49-F238E27FC236}">
                <a16:creationId xmlns:a16="http://schemas.microsoft.com/office/drawing/2014/main" id="{B82D0067-8CA9-6218-6454-41F6797DA80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34963" y="337495"/>
            <a:ext cx="1174240" cy="358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016241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5_Section Divider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4410528-5DE0-BCDB-2734-6C14ABC9EEF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863" y="7797"/>
            <a:ext cx="12178135" cy="6850200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7628DB3C-BBE2-BAD3-74ED-90D9681F5F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679" y="1510375"/>
            <a:ext cx="5736792" cy="2075688"/>
          </a:xfrm>
        </p:spPr>
        <p:txBody>
          <a:bodyPr anchor="b" anchorCtr="0"/>
          <a:lstStyle>
            <a:lvl1pPr algn="l">
              <a:lnSpc>
                <a:spcPct val="85000"/>
              </a:lnSpc>
              <a:defRPr sz="4000" b="0" spc="-1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Title style</a:t>
            </a:r>
            <a:br>
              <a:rPr lang="en-US" dirty="0"/>
            </a:br>
            <a:r>
              <a:rPr lang="en-US" dirty="0"/>
              <a:t>Line 3</a:t>
            </a:r>
            <a:br>
              <a:rPr lang="en-US" dirty="0"/>
            </a:br>
            <a:r>
              <a:rPr lang="en-US" dirty="0"/>
              <a:t>Line 4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D1FAE997-0E03-68D3-875D-17B1C4032BC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0678" y="3788370"/>
            <a:ext cx="5736792" cy="702444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000">
                <a:solidFill>
                  <a:schemeClr val="bg2"/>
                </a:solidFill>
              </a:defRPr>
            </a:lvl1pPr>
            <a:lvl2pPr marL="457200" marR="0" indent="0" algn="r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edit subtitle style</a:t>
            </a:r>
            <a:endParaRPr lang="en-GB" dirty="0"/>
          </a:p>
        </p:txBody>
      </p:sp>
      <p:sp>
        <p:nvSpPr>
          <p:cNvPr id="16" name="Text Placeholder 28">
            <a:extLst>
              <a:ext uri="{FF2B5EF4-FFF2-40B4-BE49-F238E27FC236}">
                <a16:creationId xmlns:a16="http://schemas.microsoft.com/office/drawing/2014/main" id="{224B40CB-D476-E9C9-B505-35E88FC1856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678" y="6311068"/>
            <a:ext cx="2881312" cy="213557"/>
          </a:xfrm>
        </p:spPr>
        <p:txBody>
          <a:bodyPr anchor="t"/>
          <a:lstStyle>
            <a:lvl1pPr marL="0" indent="0" algn="l">
              <a:spcAft>
                <a:spcPts val="600"/>
              </a:spcAft>
              <a:buFontTx/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8BFD93A1-4541-A89C-BDAF-7EAF1393AA8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678" y="6040944"/>
            <a:ext cx="2881312" cy="209279"/>
          </a:xfrm>
        </p:spPr>
        <p:txBody>
          <a:bodyPr anchor="t"/>
          <a:lstStyle>
            <a:lvl1pPr marL="0" indent="0" algn="l">
              <a:spcAft>
                <a:spcPts val="600"/>
              </a:spcAft>
              <a:buFontTx/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Author Name</a:t>
            </a:r>
          </a:p>
        </p:txBody>
      </p:sp>
      <p:sp>
        <p:nvSpPr>
          <p:cNvPr id="20" name="TextBox 26">
            <a:extLst>
              <a:ext uri="{FF2B5EF4-FFF2-40B4-BE49-F238E27FC236}">
                <a16:creationId xmlns:a16="http://schemas.microsoft.com/office/drawing/2014/main" id="{CC3D5B98-9C9C-6A1D-03B3-EBC01D49EF0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544299" y="6574374"/>
            <a:ext cx="312738" cy="110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fld id="{2682C2D1-8EA8-E748-B66F-74D4D53CF8F8}" type="slidenum">
              <a:rPr lang="en-US" altLang="en-US" sz="800" b="0" i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lnSpc>
                  <a:spcPct val="90000"/>
                </a:lnSpc>
                <a:spcAft>
                  <a:spcPts val="600"/>
                </a:spcAft>
                <a:buFont typeface="Arial" charset="0"/>
                <a:buNone/>
                <a:defRPr/>
              </a:pPr>
              <a:t>‹#›</a:t>
            </a:fld>
            <a:endParaRPr lang="en-US" alt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F531C0C-96BA-ED29-6B5B-D13B9AB5DB2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991884" y="6576910"/>
            <a:ext cx="4636741" cy="110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r>
              <a:rPr lang="en-GB" altLang="en-US" sz="800" b="0" i="0" dirty="0">
                <a:solidFill>
                  <a:schemeClr val="bg2">
                    <a:alpha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 Arm</a:t>
            </a:r>
          </a:p>
        </p:txBody>
      </p:sp>
      <p:pic>
        <p:nvPicPr>
          <p:cNvPr id="3" name="Picture 11">
            <a:extLst>
              <a:ext uri="{FF2B5EF4-FFF2-40B4-BE49-F238E27FC236}">
                <a16:creationId xmlns:a16="http://schemas.microsoft.com/office/drawing/2014/main" id="{B82D0067-8CA9-6218-6454-41F6797DA80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34963" y="337495"/>
            <a:ext cx="1174240" cy="358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800898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7_Section Divider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4410528-5DE0-BCDB-2734-6C14ABC9EEF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864" y="7797"/>
            <a:ext cx="12178133" cy="6850200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7628DB3C-BBE2-BAD3-74ED-90D9681F5F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679" y="1510375"/>
            <a:ext cx="5736792" cy="2075688"/>
          </a:xfrm>
        </p:spPr>
        <p:txBody>
          <a:bodyPr anchor="b" anchorCtr="0"/>
          <a:lstStyle>
            <a:lvl1pPr algn="l">
              <a:lnSpc>
                <a:spcPct val="85000"/>
              </a:lnSpc>
              <a:defRPr sz="4000" b="0" spc="-1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Title style</a:t>
            </a:r>
            <a:br>
              <a:rPr lang="en-US" dirty="0"/>
            </a:br>
            <a:r>
              <a:rPr lang="en-US" dirty="0"/>
              <a:t>Line 3</a:t>
            </a:r>
            <a:br>
              <a:rPr lang="en-US" dirty="0"/>
            </a:br>
            <a:r>
              <a:rPr lang="en-US" dirty="0"/>
              <a:t>Line 4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D1FAE997-0E03-68D3-875D-17B1C4032BC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0678" y="3788370"/>
            <a:ext cx="5736792" cy="702444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000">
                <a:solidFill>
                  <a:schemeClr val="bg2"/>
                </a:solidFill>
              </a:defRPr>
            </a:lvl1pPr>
            <a:lvl2pPr marL="457200" marR="0" indent="0" algn="r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edit subtitle style</a:t>
            </a:r>
            <a:endParaRPr lang="en-GB" dirty="0"/>
          </a:p>
        </p:txBody>
      </p:sp>
      <p:sp>
        <p:nvSpPr>
          <p:cNvPr id="16" name="Text Placeholder 28">
            <a:extLst>
              <a:ext uri="{FF2B5EF4-FFF2-40B4-BE49-F238E27FC236}">
                <a16:creationId xmlns:a16="http://schemas.microsoft.com/office/drawing/2014/main" id="{224B40CB-D476-E9C9-B505-35E88FC1856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678" y="6311068"/>
            <a:ext cx="2881312" cy="213557"/>
          </a:xfrm>
        </p:spPr>
        <p:txBody>
          <a:bodyPr anchor="t"/>
          <a:lstStyle>
            <a:lvl1pPr marL="0" indent="0" algn="l">
              <a:spcAft>
                <a:spcPts val="600"/>
              </a:spcAft>
              <a:buFontTx/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8BFD93A1-4541-A89C-BDAF-7EAF1393AA8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678" y="6040944"/>
            <a:ext cx="2881312" cy="209279"/>
          </a:xfrm>
        </p:spPr>
        <p:txBody>
          <a:bodyPr anchor="t"/>
          <a:lstStyle>
            <a:lvl1pPr marL="0" indent="0" algn="l">
              <a:spcAft>
                <a:spcPts val="600"/>
              </a:spcAft>
              <a:buFontTx/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Author Name</a:t>
            </a:r>
          </a:p>
        </p:txBody>
      </p:sp>
      <p:sp>
        <p:nvSpPr>
          <p:cNvPr id="20" name="TextBox 26">
            <a:extLst>
              <a:ext uri="{FF2B5EF4-FFF2-40B4-BE49-F238E27FC236}">
                <a16:creationId xmlns:a16="http://schemas.microsoft.com/office/drawing/2014/main" id="{CC3D5B98-9C9C-6A1D-03B3-EBC01D49EF0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544299" y="6574374"/>
            <a:ext cx="312738" cy="110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fld id="{2682C2D1-8EA8-E748-B66F-74D4D53CF8F8}" type="slidenum">
              <a:rPr lang="en-US" altLang="en-US" sz="800" b="0" i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lnSpc>
                  <a:spcPct val="90000"/>
                </a:lnSpc>
                <a:spcAft>
                  <a:spcPts val="600"/>
                </a:spcAft>
                <a:buFont typeface="Arial" charset="0"/>
                <a:buNone/>
                <a:defRPr/>
              </a:pPr>
              <a:t>‹#›</a:t>
            </a:fld>
            <a:endParaRPr lang="en-US" alt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F531C0C-96BA-ED29-6B5B-D13B9AB5DB2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991884" y="6576910"/>
            <a:ext cx="4636741" cy="110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r>
              <a:rPr lang="en-GB" altLang="en-US" sz="800" b="0" i="0" dirty="0">
                <a:solidFill>
                  <a:schemeClr val="bg2">
                    <a:alpha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 Arm</a:t>
            </a:r>
          </a:p>
        </p:txBody>
      </p:sp>
      <p:pic>
        <p:nvPicPr>
          <p:cNvPr id="3" name="Picture 11">
            <a:extLst>
              <a:ext uri="{FF2B5EF4-FFF2-40B4-BE49-F238E27FC236}">
                <a16:creationId xmlns:a16="http://schemas.microsoft.com/office/drawing/2014/main" id="{B82D0067-8CA9-6218-6454-41F6797DA80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34963" y="337495"/>
            <a:ext cx="1174240" cy="358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58389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8_Section Divider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4410528-5DE0-BCDB-2734-6C14ABC9EEF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864" y="7797"/>
            <a:ext cx="12178133" cy="6850199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7628DB3C-BBE2-BAD3-74ED-90D9681F5F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679" y="1510375"/>
            <a:ext cx="5736792" cy="2075688"/>
          </a:xfrm>
        </p:spPr>
        <p:txBody>
          <a:bodyPr anchor="b" anchorCtr="0"/>
          <a:lstStyle>
            <a:lvl1pPr algn="l">
              <a:lnSpc>
                <a:spcPct val="85000"/>
              </a:lnSpc>
              <a:defRPr sz="4000" b="0" spc="-1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Title style</a:t>
            </a:r>
            <a:br>
              <a:rPr lang="en-US" dirty="0"/>
            </a:br>
            <a:r>
              <a:rPr lang="en-US" dirty="0"/>
              <a:t>Line 3</a:t>
            </a:r>
            <a:br>
              <a:rPr lang="en-US" dirty="0"/>
            </a:br>
            <a:r>
              <a:rPr lang="en-US" dirty="0"/>
              <a:t>Line 4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D1FAE997-0E03-68D3-875D-17B1C4032BC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0678" y="3788370"/>
            <a:ext cx="5736792" cy="702444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000">
                <a:solidFill>
                  <a:schemeClr val="bg2"/>
                </a:solidFill>
              </a:defRPr>
            </a:lvl1pPr>
            <a:lvl2pPr marL="457200" marR="0" indent="0" algn="r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edit subtitle style</a:t>
            </a:r>
            <a:endParaRPr lang="en-GB" dirty="0"/>
          </a:p>
        </p:txBody>
      </p:sp>
      <p:sp>
        <p:nvSpPr>
          <p:cNvPr id="16" name="Text Placeholder 28">
            <a:extLst>
              <a:ext uri="{FF2B5EF4-FFF2-40B4-BE49-F238E27FC236}">
                <a16:creationId xmlns:a16="http://schemas.microsoft.com/office/drawing/2014/main" id="{224B40CB-D476-E9C9-B505-35E88FC1856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678" y="6311068"/>
            <a:ext cx="2881312" cy="213557"/>
          </a:xfrm>
        </p:spPr>
        <p:txBody>
          <a:bodyPr anchor="t"/>
          <a:lstStyle>
            <a:lvl1pPr marL="0" indent="0" algn="l">
              <a:spcAft>
                <a:spcPts val="600"/>
              </a:spcAft>
              <a:buFontTx/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8BFD93A1-4541-A89C-BDAF-7EAF1393AA8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678" y="6040944"/>
            <a:ext cx="2881312" cy="209279"/>
          </a:xfrm>
        </p:spPr>
        <p:txBody>
          <a:bodyPr anchor="t"/>
          <a:lstStyle>
            <a:lvl1pPr marL="0" indent="0" algn="l">
              <a:spcAft>
                <a:spcPts val="600"/>
              </a:spcAft>
              <a:buFontTx/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Author Name</a:t>
            </a:r>
          </a:p>
        </p:txBody>
      </p:sp>
      <p:sp>
        <p:nvSpPr>
          <p:cNvPr id="20" name="TextBox 26">
            <a:extLst>
              <a:ext uri="{FF2B5EF4-FFF2-40B4-BE49-F238E27FC236}">
                <a16:creationId xmlns:a16="http://schemas.microsoft.com/office/drawing/2014/main" id="{CC3D5B98-9C9C-6A1D-03B3-EBC01D49EF0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544299" y="6574374"/>
            <a:ext cx="312738" cy="110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fld id="{2682C2D1-8EA8-E748-B66F-74D4D53CF8F8}" type="slidenum">
              <a:rPr lang="en-US" altLang="en-US" sz="800" b="0" i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lnSpc>
                  <a:spcPct val="90000"/>
                </a:lnSpc>
                <a:spcAft>
                  <a:spcPts val="600"/>
                </a:spcAft>
                <a:buFont typeface="Arial" charset="0"/>
                <a:buNone/>
                <a:defRPr/>
              </a:pPr>
              <a:t>‹#›</a:t>
            </a:fld>
            <a:endParaRPr lang="en-US" alt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F531C0C-96BA-ED29-6B5B-D13B9AB5DB2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991884" y="6576910"/>
            <a:ext cx="4636741" cy="110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r>
              <a:rPr lang="en-GB" altLang="en-US" sz="800" b="0" i="0" dirty="0">
                <a:solidFill>
                  <a:schemeClr val="bg2">
                    <a:alpha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 Arm</a:t>
            </a:r>
          </a:p>
        </p:txBody>
      </p:sp>
      <p:pic>
        <p:nvPicPr>
          <p:cNvPr id="3" name="Picture 11">
            <a:extLst>
              <a:ext uri="{FF2B5EF4-FFF2-40B4-BE49-F238E27FC236}">
                <a16:creationId xmlns:a16="http://schemas.microsoft.com/office/drawing/2014/main" id="{B82D0067-8CA9-6218-6454-41F6797DA80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34963" y="337495"/>
            <a:ext cx="1174240" cy="358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78224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0_Section Divider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DE71259-6D93-7A57-DFE3-ABAC4C0F772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870" y="7802"/>
            <a:ext cx="12178129" cy="6850198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7628DB3C-BBE2-BAD3-74ED-90D9681F5F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679" y="1510375"/>
            <a:ext cx="5736792" cy="2075688"/>
          </a:xfrm>
        </p:spPr>
        <p:txBody>
          <a:bodyPr anchor="b" anchorCtr="0"/>
          <a:lstStyle>
            <a:lvl1pPr algn="l">
              <a:lnSpc>
                <a:spcPct val="85000"/>
              </a:lnSpc>
              <a:defRPr sz="4000" b="0" spc="-1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Title style</a:t>
            </a:r>
            <a:br>
              <a:rPr lang="en-US" dirty="0"/>
            </a:br>
            <a:r>
              <a:rPr lang="en-US" dirty="0"/>
              <a:t>Line 3</a:t>
            </a:r>
            <a:br>
              <a:rPr lang="en-US" dirty="0"/>
            </a:br>
            <a:r>
              <a:rPr lang="en-US" dirty="0"/>
              <a:t>Line 4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D1FAE997-0E03-68D3-875D-17B1C4032BC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0678" y="3788370"/>
            <a:ext cx="5736792" cy="702444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000">
                <a:solidFill>
                  <a:schemeClr val="bg2"/>
                </a:solidFill>
              </a:defRPr>
            </a:lvl1pPr>
            <a:lvl2pPr marL="457200" marR="0" indent="0" algn="r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edit subtitle style</a:t>
            </a:r>
            <a:endParaRPr lang="en-GB" dirty="0"/>
          </a:p>
        </p:txBody>
      </p:sp>
      <p:sp>
        <p:nvSpPr>
          <p:cNvPr id="16" name="Text Placeholder 28">
            <a:extLst>
              <a:ext uri="{FF2B5EF4-FFF2-40B4-BE49-F238E27FC236}">
                <a16:creationId xmlns:a16="http://schemas.microsoft.com/office/drawing/2014/main" id="{224B40CB-D476-E9C9-B505-35E88FC1856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678" y="6311068"/>
            <a:ext cx="2881312" cy="213557"/>
          </a:xfrm>
        </p:spPr>
        <p:txBody>
          <a:bodyPr anchor="t"/>
          <a:lstStyle>
            <a:lvl1pPr marL="0" indent="0" algn="l">
              <a:spcAft>
                <a:spcPts val="600"/>
              </a:spcAft>
              <a:buFontTx/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8BFD93A1-4541-A89C-BDAF-7EAF1393AA8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678" y="6040944"/>
            <a:ext cx="2881312" cy="209279"/>
          </a:xfrm>
        </p:spPr>
        <p:txBody>
          <a:bodyPr anchor="t"/>
          <a:lstStyle>
            <a:lvl1pPr marL="0" indent="0" algn="l">
              <a:spcAft>
                <a:spcPts val="600"/>
              </a:spcAft>
              <a:buFontTx/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Author Name</a:t>
            </a:r>
          </a:p>
        </p:txBody>
      </p:sp>
      <p:sp>
        <p:nvSpPr>
          <p:cNvPr id="20" name="TextBox 26">
            <a:extLst>
              <a:ext uri="{FF2B5EF4-FFF2-40B4-BE49-F238E27FC236}">
                <a16:creationId xmlns:a16="http://schemas.microsoft.com/office/drawing/2014/main" id="{CC3D5B98-9C9C-6A1D-03B3-EBC01D49EF0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544299" y="6574374"/>
            <a:ext cx="312738" cy="110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fld id="{2682C2D1-8EA8-E748-B66F-74D4D53CF8F8}" type="slidenum">
              <a:rPr lang="en-US" altLang="en-US" sz="800" b="0" i="0" smtClean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lnSpc>
                  <a:spcPct val="90000"/>
                </a:lnSpc>
                <a:spcAft>
                  <a:spcPts val="600"/>
                </a:spcAft>
                <a:buFont typeface="Arial" charset="0"/>
                <a:buNone/>
                <a:defRPr/>
              </a:pPr>
              <a:t>‹#›</a:t>
            </a:fld>
            <a:endParaRPr lang="en-US" altLang="en-US" sz="800" b="0" i="0" dirty="0">
              <a:solidFill>
                <a:schemeClr val="accent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F531C0C-96BA-ED29-6B5B-D13B9AB5DB2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991884" y="6576910"/>
            <a:ext cx="4636741" cy="110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r>
              <a:rPr lang="en-GB" altLang="en-US" sz="800" b="0" i="0" dirty="0">
                <a:solidFill>
                  <a:schemeClr val="accent6">
                    <a:alpha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 Arm</a:t>
            </a:r>
          </a:p>
        </p:txBody>
      </p:sp>
      <p:pic>
        <p:nvPicPr>
          <p:cNvPr id="3" name="Picture 11">
            <a:extLst>
              <a:ext uri="{FF2B5EF4-FFF2-40B4-BE49-F238E27FC236}">
                <a16:creationId xmlns:a16="http://schemas.microsoft.com/office/drawing/2014/main" id="{B82D0067-8CA9-6218-6454-41F6797DA80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34963" y="337495"/>
            <a:ext cx="1174240" cy="358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6524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1_Section Divider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707A330-9574-FF87-EA8A-044AA15C75C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F6CC56AD-D686-63C5-BB2B-518B630FED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3429000"/>
            <a:ext cx="5761037" cy="2067993"/>
          </a:xfrm>
        </p:spPr>
        <p:txBody>
          <a:bodyPr anchor="t" anchorCtr="0"/>
          <a:lstStyle>
            <a:lvl1pPr algn="l">
              <a:lnSpc>
                <a:spcPct val="85000"/>
              </a:lnSpc>
              <a:defRPr sz="4000" b="0" spc="-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Title style</a:t>
            </a:r>
            <a:br>
              <a:rPr lang="en-US" dirty="0"/>
            </a:br>
            <a:r>
              <a:rPr lang="en-US" dirty="0"/>
              <a:t>Line 3</a:t>
            </a:r>
            <a:br>
              <a:rPr lang="en-US" dirty="0"/>
            </a:br>
            <a:r>
              <a:rPr lang="en-US" dirty="0"/>
              <a:t>Line 4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7AF4665F-72C8-35D6-B739-29F9B634F22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6000" y="5521072"/>
            <a:ext cx="5761037" cy="702444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000">
                <a:solidFill>
                  <a:schemeClr val="tx1"/>
                </a:solidFill>
              </a:defRPr>
            </a:lvl1pPr>
            <a:lvl2pPr marL="457200" marR="0" indent="0" algn="r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edit subtitle style</a:t>
            </a:r>
            <a:endParaRPr lang="en-GB" dirty="0"/>
          </a:p>
        </p:txBody>
      </p:sp>
      <p:sp>
        <p:nvSpPr>
          <p:cNvPr id="2" name="TextBox 26">
            <a:extLst>
              <a:ext uri="{FF2B5EF4-FFF2-40B4-BE49-F238E27FC236}">
                <a16:creationId xmlns:a16="http://schemas.microsoft.com/office/drawing/2014/main" id="{BB9A4980-8130-ECF6-18D2-66F6B69AA99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544299" y="6574374"/>
            <a:ext cx="312738" cy="110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fld id="{2682C2D1-8EA8-E748-B66F-74D4D53CF8F8}" type="slidenum">
              <a:rPr lang="en-US" altLang="en-US" sz="800" b="0" i="0" smtClean="0">
                <a:solidFill>
                  <a:schemeClr val="tx1">
                    <a:alpha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lnSpc>
                  <a:spcPct val="90000"/>
                </a:lnSpc>
                <a:spcAft>
                  <a:spcPts val="600"/>
                </a:spcAft>
                <a:buFont typeface="Arial" charset="0"/>
                <a:buNone/>
                <a:defRPr/>
              </a:pPr>
              <a:t>‹#›</a:t>
            </a:fld>
            <a:endParaRPr lang="en-US" altLang="en-US" sz="800" b="0" i="0" dirty="0">
              <a:solidFill>
                <a:schemeClr val="tx1">
                  <a:alpha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0">
            <a:extLst>
              <a:ext uri="{FF2B5EF4-FFF2-40B4-BE49-F238E27FC236}">
                <a16:creationId xmlns:a16="http://schemas.microsoft.com/office/drawing/2014/main" id="{CBE749A6-B33A-E319-7094-1F262F5C1BCF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991884" y="6576910"/>
            <a:ext cx="4636741" cy="110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r>
              <a:rPr lang="en-GB" altLang="en-US" sz="800" b="0" i="0" dirty="0">
                <a:solidFill>
                  <a:schemeClr val="tx1">
                    <a:alpha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 Arm</a:t>
            </a:r>
          </a:p>
        </p:txBody>
      </p:sp>
      <p:pic>
        <p:nvPicPr>
          <p:cNvPr id="4" name="Picture 7">
            <a:extLst>
              <a:ext uri="{FF2B5EF4-FFF2-40B4-BE49-F238E27FC236}">
                <a16:creationId xmlns:a16="http://schemas.microsoft.com/office/drawing/2014/main" id="{8A6819F6-EEDC-C38C-C107-C11BFE4E375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34964" y="6526498"/>
            <a:ext cx="506921" cy="154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893178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9_Section Divider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28C8ED8-22CD-1018-E1D1-5407D41CCF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66A6BA01-5647-C911-2D6F-EA1B5776D3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429000"/>
            <a:ext cx="5151437" cy="2067993"/>
          </a:xfrm>
        </p:spPr>
        <p:txBody>
          <a:bodyPr anchor="t" anchorCtr="0"/>
          <a:lstStyle>
            <a:lvl1pPr algn="l">
              <a:lnSpc>
                <a:spcPct val="85000"/>
              </a:lnSpc>
              <a:defRPr sz="4000" b="0" spc="-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Title style</a:t>
            </a:r>
            <a:br>
              <a:rPr lang="en-US" dirty="0"/>
            </a:br>
            <a:r>
              <a:rPr lang="en-US" dirty="0"/>
              <a:t>Line 3</a:t>
            </a:r>
            <a:br>
              <a:rPr lang="en-US" dirty="0"/>
            </a:br>
            <a:r>
              <a:rPr lang="en-US" dirty="0"/>
              <a:t>Line 4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64FD42E4-6767-D4AE-8D21-E0B19801A4A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34963" y="5521072"/>
            <a:ext cx="5151437" cy="292988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000">
                <a:solidFill>
                  <a:schemeClr val="tx1"/>
                </a:solidFill>
              </a:defRPr>
            </a:lvl1pPr>
            <a:lvl2pPr marL="457200" marR="0" indent="0" algn="r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edit subtitle style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31DFDF6-9085-6EAC-DBD9-835D60E9048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2" y="1"/>
            <a:ext cx="6095999" cy="6857999"/>
          </a:xfrm>
          <a:custGeom>
            <a:avLst/>
            <a:gdLst>
              <a:gd name="connsiteX0" fmla="*/ 2621816 w 6095999"/>
              <a:gd name="connsiteY0" fmla="*/ 0 h 6857999"/>
              <a:gd name="connsiteX1" fmla="*/ 6095999 w 6095999"/>
              <a:gd name="connsiteY1" fmla="*/ 0 h 6857999"/>
              <a:gd name="connsiteX2" fmla="*/ 6095999 w 6095999"/>
              <a:gd name="connsiteY2" fmla="*/ 6857999 h 6857999"/>
              <a:gd name="connsiteX3" fmla="*/ 282366 w 6095999"/>
              <a:gd name="connsiteY3" fmla="*/ 6857999 h 6857999"/>
              <a:gd name="connsiteX4" fmla="*/ 274899 w 6095999"/>
              <a:gd name="connsiteY4" fmla="*/ 6835933 h 6857999"/>
              <a:gd name="connsiteX5" fmla="*/ 0 w 6095999"/>
              <a:gd name="connsiteY5" fmla="*/ 5017647 h 6857999"/>
              <a:gd name="connsiteX6" fmla="*/ 2456125 w 6095999"/>
              <a:gd name="connsiteY6" fmla="*/ 11782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5999" h="6857999">
                <a:moveTo>
                  <a:pt x="2621816" y="0"/>
                </a:moveTo>
                <a:lnTo>
                  <a:pt x="6095999" y="0"/>
                </a:lnTo>
                <a:lnTo>
                  <a:pt x="6095999" y="6857999"/>
                </a:lnTo>
                <a:lnTo>
                  <a:pt x="282366" y="6857999"/>
                </a:lnTo>
                <a:lnTo>
                  <a:pt x="274899" y="6835933"/>
                </a:lnTo>
                <a:cubicBezTo>
                  <a:pt x="96244" y="6261537"/>
                  <a:pt x="0" y="5650832"/>
                  <a:pt x="0" y="5017647"/>
                </a:cubicBezTo>
                <a:cubicBezTo>
                  <a:pt x="0" y="3012563"/>
                  <a:pt x="965106" y="1232891"/>
                  <a:pt x="2456125" y="117826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extBox 20">
            <a:extLst>
              <a:ext uri="{FF2B5EF4-FFF2-40B4-BE49-F238E27FC236}">
                <a16:creationId xmlns:a16="http://schemas.microsoft.com/office/drawing/2014/main" id="{E02835C5-4DEE-70B9-50F4-79DDD2F5467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991884" y="6576910"/>
            <a:ext cx="4636741" cy="110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r>
              <a:rPr lang="en-GB" altLang="en-US" sz="800" b="0" i="0" dirty="0">
                <a:solidFill>
                  <a:schemeClr val="tx1">
                    <a:alpha val="50199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 Arm</a:t>
            </a:r>
          </a:p>
        </p:txBody>
      </p:sp>
      <p:pic>
        <p:nvPicPr>
          <p:cNvPr id="3" name="Picture 7">
            <a:extLst>
              <a:ext uri="{FF2B5EF4-FFF2-40B4-BE49-F238E27FC236}">
                <a16:creationId xmlns:a16="http://schemas.microsoft.com/office/drawing/2014/main" id="{39F638EC-9D7E-A74B-4785-315ADB13162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34964" y="6526498"/>
            <a:ext cx="506921" cy="154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230696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3_Section Divider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5452530-8D0F-E4EB-D435-CBF6876024E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DFDC1D25-6FCB-8092-1FCC-26E803925C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429000"/>
            <a:ext cx="5151437" cy="2067993"/>
          </a:xfrm>
        </p:spPr>
        <p:txBody>
          <a:bodyPr anchor="t" anchorCtr="0"/>
          <a:lstStyle>
            <a:lvl1pPr algn="l">
              <a:lnSpc>
                <a:spcPct val="85000"/>
              </a:lnSpc>
              <a:defRPr sz="4000" b="0" spc="-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Title style</a:t>
            </a:r>
            <a:br>
              <a:rPr lang="en-US" dirty="0"/>
            </a:br>
            <a:r>
              <a:rPr lang="en-US" dirty="0"/>
              <a:t>Line 3</a:t>
            </a:r>
            <a:br>
              <a:rPr lang="en-US" dirty="0"/>
            </a:br>
            <a:r>
              <a:rPr lang="en-US" dirty="0"/>
              <a:t>Line 4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69E6ED46-B083-9C27-8B6F-DD34AFF90CE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34963" y="5521072"/>
            <a:ext cx="5151437" cy="292988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000">
                <a:solidFill>
                  <a:schemeClr val="tx1"/>
                </a:solidFill>
              </a:defRPr>
            </a:lvl1pPr>
            <a:lvl2pPr marL="457200" marR="0" indent="0" algn="r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edit subtitle style</a:t>
            </a:r>
            <a:endParaRPr lang="en-GB" dirty="0"/>
          </a:p>
        </p:txBody>
      </p:sp>
      <p:sp>
        <p:nvSpPr>
          <p:cNvPr id="4" name="TextBox 26">
            <a:extLst>
              <a:ext uri="{FF2B5EF4-FFF2-40B4-BE49-F238E27FC236}">
                <a16:creationId xmlns:a16="http://schemas.microsoft.com/office/drawing/2014/main" id="{E028FDAC-A9BD-F631-C307-851E93DC74E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544299" y="6574374"/>
            <a:ext cx="312738" cy="110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fld id="{2682C2D1-8EA8-E748-B66F-74D4D53CF8F8}" type="slidenum">
              <a:rPr lang="en-US" altLang="en-US" sz="800" b="0" i="0" smtClean="0">
                <a:solidFill>
                  <a:schemeClr val="tx1">
                    <a:alpha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lnSpc>
                  <a:spcPct val="90000"/>
                </a:lnSpc>
                <a:spcAft>
                  <a:spcPts val="600"/>
                </a:spcAft>
                <a:buFont typeface="Arial" charset="0"/>
                <a:buNone/>
                <a:defRPr/>
              </a:pPr>
              <a:t>‹#›</a:t>
            </a:fld>
            <a:endParaRPr lang="en-US" altLang="en-US" sz="800" b="0" i="0" dirty="0">
              <a:solidFill>
                <a:schemeClr val="tx1">
                  <a:alpha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20">
            <a:extLst>
              <a:ext uri="{FF2B5EF4-FFF2-40B4-BE49-F238E27FC236}">
                <a16:creationId xmlns:a16="http://schemas.microsoft.com/office/drawing/2014/main" id="{0E59B338-4397-5596-94B2-7E7477079AE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991884" y="6576910"/>
            <a:ext cx="4636741" cy="110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r>
              <a:rPr lang="en-GB" altLang="en-US" sz="800" b="0" i="0" dirty="0">
                <a:solidFill>
                  <a:schemeClr val="tx1">
                    <a:alpha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 Arm</a:t>
            </a:r>
          </a:p>
        </p:txBody>
      </p:sp>
      <p:pic>
        <p:nvPicPr>
          <p:cNvPr id="3" name="Picture 7">
            <a:extLst>
              <a:ext uri="{FF2B5EF4-FFF2-40B4-BE49-F238E27FC236}">
                <a16:creationId xmlns:a16="http://schemas.microsoft.com/office/drawing/2014/main" id="{FF83C744-7BD8-D7EB-B6B2-25C60AFEFBB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34964" y="6526498"/>
            <a:ext cx="506921" cy="154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137796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34962" y="333375"/>
            <a:ext cx="11522073" cy="527685"/>
          </a:xfrm>
        </p:spPr>
        <p:txBody>
          <a:bodyPr anchor="t"/>
          <a:lstStyle>
            <a:lvl1pPr>
              <a:defRPr sz="30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idx="1" hasCustomPrompt="1"/>
          </p:nvPr>
        </p:nvSpPr>
        <p:spPr>
          <a:xfrm>
            <a:off x="334963" y="952036"/>
            <a:ext cx="11522074" cy="5212544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E2FF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1pPr>
            <a:lvl2pPr marL="672783" indent="-166688">
              <a:lnSpc>
                <a:spcPct val="100000"/>
              </a:lnSpc>
              <a:spcAft>
                <a:spcPts val="0"/>
              </a:spcAft>
              <a:buClr>
                <a:srgbClr val="6E2FF1"/>
              </a:buClr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2pPr>
            <a:lvl3pPr marL="947103" indent="-166688">
              <a:lnSpc>
                <a:spcPct val="100000"/>
              </a:lnSpc>
              <a:spcAft>
                <a:spcPts val="0"/>
              </a:spcAft>
              <a:buClr>
                <a:srgbClr val="6E2FF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3pPr>
            <a:lvl4pPr marL="1293178" indent="-173038">
              <a:lnSpc>
                <a:spcPct val="100000"/>
              </a:lnSpc>
              <a:spcAft>
                <a:spcPts val="0"/>
              </a:spcAft>
              <a:buClr>
                <a:srgbClr val="6E2FF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4pPr>
            <a:lvl5pPr marL="1518603" indent="-168275">
              <a:lnSpc>
                <a:spcPct val="100000"/>
              </a:lnSpc>
              <a:spcAft>
                <a:spcPts val="0"/>
              </a:spcAft>
              <a:buClr>
                <a:srgbClr val="6E2FF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noProof="0" dirty="0"/>
              <a:t>Click to edit text styles with top-level bullet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1325039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 slide w/ Su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34963" y="333375"/>
            <a:ext cx="11233150" cy="451869"/>
          </a:xfrm>
        </p:spPr>
        <p:txBody>
          <a:bodyPr anchor="t"/>
          <a:lstStyle>
            <a:lvl1pPr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44" name="Text Placeholder 43"/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785244"/>
            <a:ext cx="11233150" cy="344488"/>
          </a:xfrm>
        </p:spPr>
        <p:txBody>
          <a:bodyPr/>
          <a:lstStyle>
            <a:lvl1pPr marL="0" indent="0">
              <a:buNone/>
              <a:defRPr lang="en-US" sz="2200">
                <a:solidFill>
                  <a:srgbClr val="7233F7"/>
                </a:solidFill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idx="1" hasCustomPrompt="1"/>
          </p:nvPr>
        </p:nvSpPr>
        <p:spPr>
          <a:xfrm>
            <a:off x="334962" y="1333362"/>
            <a:ext cx="11522075" cy="4937898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E2FF1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</a:defRPr>
            </a:lvl1pPr>
            <a:lvl2pPr marL="581343" indent="-166688">
              <a:lnSpc>
                <a:spcPct val="100000"/>
              </a:lnSpc>
              <a:spcAft>
                <a:spcPts val="0"/>
              </a:spcAft>
              <a:buClr>
                <a:srgbClr val="6E2FF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 marL="855663" indent="-166688">
              <a:lnSpc>
                <a:spcPct val="100000"/>
              </a:lnSpc>
              <a:spcAft>
                <a:spcPts val="0"/>
              </a:spcAft>
              <a:buClr>
                <a:srgbClr val="6E2FF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1201738" indent="-173038">
              <a:lnSpc>
                <a:spcPct val="100000"/>
              </a:lnSpc>
              <a:spcAft>
                <a:spcPts val="0"/>
              </a:spcAft>
              <a:buClr>
                <a:srgbClr val="6E2FF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4pPr>
            <a:lvl5pPr marL="1427163" indent="-168275">
              <a:lnSpc>
                <a:spcPct val="100000"/>
              </a:lnSpc>
              <a:spcAft>
                <a:spcPts val="0"/>
              </a:spcAft>
              <a:buClr>
                <a:srgbClr val="6E2FF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4775040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sli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9" hasCustomPrompt="1"/>
          </p:nvPr>
        </p:nvSpPr>
        <p:spPr>
          <a:xfrm>
            <a:off x="341681" y="2202443"/>
            <a:ext cx="5515504" cy="3933245"/>
          </a:xfrm>
        </p:spPr>
        <p:txBody>
          <a:bodyPr/>
          <a:lstStyle>
            <a:lvl1pPr marL="342900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E2FF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1pPr>
            <a:lvl2pPr marL="581343" indent="-166688" algn="l">
              <a:lnSpc>
                <a:spcPct val="100000"/>
              </a:lnSpc>
              <a:spcAft>
                <a:spcPts val="0"/>
              </a:spcAft>
              <a:buClr>
                <a:srgbClr val="6E2FF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947103" indent="-166688" algn="l">
              <a:lnSpc>
                <a:spcPct val="100000"/>
              </a:lnSpc>
              <a:spcAft>
                <a:spcPts val="0"/>
              </a:spcAft>
              <a:buClr>
                <a:srgbClr val="6E2FF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1293178" indent="-173038" algn="l">
              <a:lnSpc>
                <a:spcPct val="100000"/>
              </a:lnSpc>
              <a:spcAft>
                <a:spcPts val="0"/>
              </a:spcAft>
              <a:buClr>
                <a:srgbClr val="6E2FF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4pPr>
            <a:lvl5pPr marL="1518603" indent="-168275" algn="l">
              <a:lnSpc>
                <a:spcPct val="100000"/>
              </a:lnSpc>
              <a:spcAft>
                <a:spcPts val="0"/>
              </a:spcAft>
              <a:buClr>
                <a:srgbClr val="6E2FF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21" hasCustomPrompt="1"/>
          </p:nvPr>
        </p:nvSpPr>
        <p:spPr>
          <a:xfrm>
            <a:off x="6339946" y="2202442"/>
            <a:ext cx="5517085" cy="3933246"/>
          </a:xfrm>
        </p:spPr>
        <p:txBody>
          <a:bodyPr/>
          <a:lstStyle>
            <a:lvl1pPr marL="342900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E2FF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1pPr>
            <a:lvl2pPr marL="581343" indent="-166688">
              <a:lnSpc>
                <a:spcPct val="100000"/>
              </a:lnSpc>
              <a:spcAft>
                <a:spcPts val="0"/>
              </a:spcAft>
              <a:buClr>
                <a:srgbClr val="6E2FF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947103" indent="-166688">
              <a:lnSpc>
                <a:spcPct val="100000"/>
              </a:lnSpc>
              <a:spcAft>
                <a:spcPts val="0"/>
              </a:spcAft>
              <a:buClr>
                <a:srgbClr val="6E2FF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1293178" indent="-173038">
              <a:lnSpc>
                <a:spcPct val="100000"/>
              </a:lnSpc>
              <a:spcAft>
                <a:spcPts val="0"/>
              </a:spcAft>
              <a:buClr>
                <a:srgbClr val="6E2FF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4pPr>
            <a:lvl5pPr marL="1518603" indent="-168275">
              <a:lnSpc>
                <a:spcPct val="100000"/>
              </a:lnSpc>
              <a:spcAft>
                <a:spcPts val="0"/>
              </a:spcAft>
              <a:buClr>
                <a:srgbClr val="6E2FF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67EC98B-3D70-F06A-BE88-1F7285E8B7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33375"/>
            <a:ext cx="11233150" cy="451869"/>
          </a:xfrm>
        </p:spPr>
        <p:txBody>
          <a:bodyPr anchor="t"/>
          <a:lstStyle>
            <a:lvl1pPr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8E224E82-2A38-C155-7A0E-F9FC190DD6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785244"/>
            <a:ext cx="11233150" cy="344488"/>
          </a:xfrm>
        </p:spPr>
        <p:txBody>
          <a:bodyPr/>
          <a:lstStyle>
            <a:lvl1pPr marL="0" indent="0">
              <a:buNone/>
              <a:defRPr lang="en-US" sz="2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8" name="Text Placeholder 131">
            <a:extLst>
              <a:ext uri="{FF2B5EF4-FFF2-40B4-BE49-F238E27FC236}">
                <a16:creationId xmlns:a16="http://schemas.microsoft.com/office/drawing/2014/main" id="{6CCD66A5-721B-8D5F-614C-1ABC04648D7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39946" y="1629286"/>
            <a:ext cx="5517092" cy="542459"/>
          </a:xfrm>
        </p:spPr>
        <p:txBody>
          <a:bodyPr anchor="t" anchorCtr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b="0">
                <a:solidFill>
                  <a:srgbClr val="7233F7"/>
                </a:solidFill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E0394A6-D095-00D9-8B77-4AD8CCC347D9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631950"/>
            <a:ext cx="0" cy="4440604"/>
          </a:xfrm>
          <a:prstGeom prst="line">
            <a:avLst/>
          </a:prstGeom>
          <a:ln w="1587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131">
            <a:extLst>
              <a:ext uri="{FF2B5EF4-FFF2-40B4-BE49-F238E27FC236}">
                <a16:creationId xmlns:a16="http://schemas.microsoft.com/office/drawing/2014/main" id="{43A0EBE8-A43F-DF44-9460-0F08F5820FD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1681" y="1629286"/>
            <a:ext cx="5517088" cy="542459"/>
          </a:xfrm>
        </p:spPr>
        <p:txBody>
          <a:bodyPr anchor="t" anchorCtr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b="0">
                <a:solidFill>
                  <a:srgbClr val="7233F7"/>
                </a:solidFill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</p:spTree>
    <p:extLst>
      <p:ext uri="{BB962C8B-B14F-4D97-AF65-F5344CB8AC3E}">
        <p14:creationId xmlns:p14="http://schemas.microsoft.com/office/powerpoint/2010/main" val="115262115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 sli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/>
          <p:cNvSpPr>
            <a:spLocks noGrp="1"/>
          </p:cNvSpPr>
          <p:nvPr userDrawn="1">
            <p:ph idx="1" hasCustomPrompt="1"/>
          </p:nvPr>
        </p:nvSpPr>
        <p:spPr>
          <a:xfrm>
            <a:off x="341681" y="2373786"/>
            <a:ext cx="3372644" cy="3685702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E2FF1"/>
              </a:buClr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1pPr>
            <a:lvl2pPr marL="581343" indent="-166688">
              <a:lnSpc>
                <a:spcPct val="100000"/>
              </a:lnSpc>
              <a:spcAft>
                <a:spcPts val="0"/>
              </a:spcAft>
              <a:buClr>
                <a:srgbClr val="6E2FF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2pPr>
            <a:lvl3pPr>
              <a:defRPr>
                <a:solidFill>
                  <a:srgbClr val="383838"/>
                </a:solidFill>
              </a:defRPr>
            </a:lvl3pPr>
            <a:lvl4pPr>
              <a:defRPr>
                <a:solidFill>
                  <a:srgbClr val="383838"/>
                </a:solidFill>
              </a:defRPr>
            </a:lvl4pPr>
            <a:lvl5pPr>
              <a:defRPr>
                <a:solidFill>
                  <a:srgbClr val="383838"/>
                </a:solidFill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3" name="Text Placeholder 2"/>
          <p:cNvSpPr>
            <a:spLocks noGrp="1"/>
          </p:cNvSpPr>
          <p:nvPr userDrawn="1">
            <p:ph idx="17" hasCustomPrompt="1"/>
          </p:nvPr>
        </p:nvSpPr>
        <p:spPr>
          <a:xfrm>
            <a:off x="4416359" y="2373786"/>
            <a:ext cx="3359281" cy="3685702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E2FF1"/>
              </a:buClr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1pPr>
            <a:lvl2pPr marL="581343" indent="-166688">
              <a:lnSpc>
                <a:spcPct val="100000"/>
              </a:lnSpc>
              <a:spcAft>
                <a:spcPts val="0"/>
              </a:spcAft>
              <a:buClr>
                <a:srgbClr val="6E2FF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2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4" name="Text Placeholder 2"/>
          <p:cNvSpPr>
            <a:spLocks noGrp="1"/>
          </p:cNvSpPr>
          <p:nvPr userDrawn="1">
            <p:ph idx="18" hasCustomPrompt="1"/>
          </p:nvPr>
        </p:nvSpPr>
        <p:spPr>
          <a:xfrm>
            <a:off x="8437857" y="2373786"/>
            <a:ext cx="3412462" cy="3685702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E2FF1"/>
              </a:buClr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1pPr>
            <a:lvl2pPr marL="581343" indent="-166688">
              <a:lnSpc>
                <a:spcPct val="100000"/>
              </a:lnSpc>
              <a:spcAft>
                <a:spcPts val="0"/>
              </a:spcAft>
              <a:buClr>
                <a:srgbClr val="6E2FF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2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5" name="Text Placeholder 131"/>
          <p:cNvSpPr>
            <a:spLocks noGrp="1"/>
          </p:cNvSpPr>
          <p:nvPr userDrawn="1">
            <p:ph type="body" sz="quarter" idx="19" hasCustomPrompt="1"/>
          </p:nvPr>
        </p:nvSpPr>
        <p:spPr>
          <a:xfrm>
            <a:off x="4419997" y="1629286"/>
            <a:ext cx="3359945" cy="542459"/>
          </a:xfrm>
        </p:spPr>
        <p:txBody>
          <a:bodyPr anchor="t" anchorCtr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b="0">
                <a:solidFill>
                  <a:srgbClr val="7233F7"/>
                </a:solidFill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16" name="Text Placeholder 131"/>
          <p:cNvSpPr>
            <a:spLocks noGrp="1"/>
          </p:cNvSpPr>
          <p:nvPr userDrawn="1">
            <p:ph type="body" sz="quarter" idx="20" hasCustomPrompt="1"/>
          </p:nvPr>
        </p:nvSpPr>
        <p:spPr>
          <a:xfrm>
            <a:off x="8437193" y="1629286"/>
            <a:ext cx="3413126" cy="542459"/>
          </a:xfrm>
        </p:spPr>
        <p:txBody>
          <a:bodyPr anchor="t" anchorCtr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b="0">
                <a:solidFill>
                  <a:srgbClr val="7233F7"/>
                </a:solidFill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1325FC2-3ECC-B01B-C310-C1830B3A37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33375"/>
            <a:ext cx="11233150" cy="451869"/>
          </a:xfrm>
        </p:spPr>
        <p:txBody>
          <a:bodyPr anchor="t"/>
          <a:lstStyle>
            <a:lvl1pPr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22E93B31-0AB7-47FF-66E3-07BAB00D4F5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785244"/>
            <a:ext cx="11233150" cy="344488"/>
          </a:xfrm>
        </p:spPr>
        <p:txBody>
          <a:bodyPr/>
          <a:lstStyle>
            <a:lvl1pPr marL="0" indent="0">
              <a:buNone/>
              <a:defRPr lang="en-US" sz="2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D3E3585-E252-0E6D-E69C-A5E9165DADD8}"/>
              </a:ext>
            </a:extLst>
          </p:cNvPr>
          <p:cNvCxnSpPr>
            <a:cxnSpLocks/>
          </p:cNvCxnSpPr>
          <p:nvPr userDrawn="1"/>
        </p:nvCxnSpPr>
        <p:spPr>
          <a:xfrm>
            <a:off x="4068914" y="1631950"/>
            <a:ext cx="0" cy="4440604"/>
          </a:xfrm>
          <a:prstGeom prst="line">
            <a:avLst/>
          </a:prstGeom>
          <a:ln w="1587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7349C95-B06B-964D-FE16-449E0AA5F29B}"/>
              </a:ext>
            </a:extLst>
          </p:cNvPr>
          <p:cNvCxnSpPr>
            <a:cxnSpLocks/>
          </p:cNvCxnSpPr>
          <p:nvPr userDrawn="1"/>
        </p:nvCxnSpPr>
        <p:spPr>
          <a:xfrm>
            <a:off x="8130275" y="1631950"/>
            <a:ext cx="0" cy="4440604"/>
          </a:xfrm>
          <a:prstGeom prst="line">
            <a:avLst/>
          </a:prstGeom>
          <a:ln w="1587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131">
            <a:extLst>
              <a:ext uri="{FF2B5EF4-FFF2-40B4-BE49-F238E27FC236}">
                <a16:creationId xmlns:a16="http://schemas.microsoft.com/office/drawing/2014/main" id="{7B9E0AAC-6C98-45AB-DD15-D590D4CDB68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1681" y="1629286"/>
            <a:ext cx="3372645" cy="542459"/>
          </a:xfrm>
        </p:spPr>
        <p:txBody>
          <a:bodyPr anchor="t" anchorCtr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b="0">
                <a:solidFill>
                  <a:srgbClr val="7233F7"/>
                </a:solidFill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00775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l_narrow_w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505B7A5-C1F7-41D3-815C-A3728D81DBDD}"/>
              </a:ext>
            </a:extLst>
          </p:cNvPr>
          <p:cNvCxnSpPr>
            <a:cxnSpLocks/>
          </p:cNvCxnSpPr>
          <p:nvPr userDrawn="1"/>
        </p:nvCxnSpPr>
        <p:spPr>
          <a:xfrm>
            <a:off x="3224524" y="1631950"/>
            <a:ext cx="0" cy="4440604"/>
          </a:xfrm>
          <a:prstGeom prst="line">
            <a:avLst/>
          </a:prstGeom>
          <a:ln w="1587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 Placeholder 2"/>
          <p:cNvSpPr>
            <a:spLocks noGrp="1"/>
          </p:cNvSpPr>
          <p:nvPr>
            <p:ph idx="1" hasCustomPrompt="1"/>
          </p:nvPr>
        </p:nvSpPr>
        <p:spPr>
          <a:xfrm>
            <a:off x="338726" y="1631111"/>
            <a:ext cx="2698050" cy="4440603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E2FF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1pPr>
            <a:lvl2pPr marL="581343" indent="-166688">
              <a:lnSpc>
                <a:spcPct val="100000"/>
              </a:lnSpc>
              <a:spcAft>
                <a:spcPts val="0"/>
              </a:spcAft>
              <a:buClr>
                <a:srgbClr val="6E2FF1"/>
              </a:buClr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2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quarter" idx="21" hasCustomPrompt="1"/>
          </p:nvPr>
        </p:nvSpPr>
        <p:spPr>
          <a:xfrm>
            <a:off x="3416035" y="1631111"/>
            <a:ext cx="8296540" cy="4440603"/>
          </a:xfrm>
        </p:spPr>
        <p:txBody>
          <a:bodyPr/>
          <a:lstStyle>
            <a:lvl1pPr marL="342900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E2FF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1pPr>
            <a:lvl2pPr marL="581343" indent="-166688">
              <a:lnSpc>
                <a:spcPct val="100000"/>
              </a:lnSpc>
              <a:spcAft>
                <a:spcPts val="0"/>
              </a:spcAft>
              <a:buClr>
                <a:srgbClr val="6E2FF1"/>
              </a:buClr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2pPr>
            <a:lvl3pPr marL="947103" indent="-166688">
              <a:lnSpc>
                <a:spcPct val="100000"/>
              </a:lnSpc>
              <a:spcAft>
                <a:spcPts val="0"/>
              </a:spcAft>
              <a:buClr>
                <a:srgbClr val="6E2FF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3pPr>
            <a:lvl4pPr marL="1293178" indent="-173038">
              <a:lnSpc>
                <a:spcPct val="100000"/>
              </a:lnSpc>
              <a:spcAft>
                <a:spcPts val="0"/>
              </a:spcAft>
              <a:buClr>
                <a:srgbClr val="6E2FF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4pPr>
            <a:lvl5pPr marL="1518603" indent="-168275">
              <a:lnSpc>
                <a:spcPct val="100000"/>
              </a:lnSpc>
              <a:spcAft>
                <a:spcPts val="0"/>
              </a:spcAft>
              <a:buClr>
                <a:srgbClr val="6E2FF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6334CFF-A979-FC9A-543A-A5B0FE0535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33375"/>
            <a:ext cx="11233150" cy="451869"/>
          </a:xfrm>
        </p:spPr>
        <p:txBody>
          <a:bodyPr anchor="t"/>
          <a:lstStyle>
            <a:lvl1pPr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EA4C3228-7E56-9E7C-C259-DA2F13238F6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785244"/>
            <a:ext cx="11233150" cy="344488"/>
          </a:xfrm>
        </p:spPr>
        <p:txBody>
          <a:bodyPr/>
          <a:lstStyle>
            <a:lvl1pPr marL="0" indent="0">
              <a:buNone/>
              <a:defRPr lang="en-US" sz="2200">
                <a:solidFill>
                  <a:srgbClr val="7233F7"/>
                </a:solidFill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</p:spTree>
    <p:extLst>
      <p:ext uri="{BB962C8B-B14F-4D97-AF65-F5344CB8AC3E}">
        <p14:creationId xmlns:p14="http://schemas.microsoft.com/office/powerpoint/2010/main" val="146299917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 column sli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sz="quarter" idx="15" hasCustomPrompt="1"/>
          </p:nvPr>
        </p:nvSpPr>
        <p:spPr>
          <a:xfrm>
            <a:off x="9182101" y="1629597"/>
            <a:ext cx="2674937" cy="4443488"/>
          </a:xfrm>
        </p:spPr>
        <p:txBody>
          <a:bodyPr/>
          <a:lstStyle>
            <a:lvl1pPr marL="342900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E2FF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1pPr>
            <a:lvl2pPr marL="581343" indent="-166688">
              <a:lnSpc>
                <a:spcPct val="100000"/>
              </a:lnSpc>
              <a:spcAft>
                <a:spcPts val="0"/>
              </a:spcAft>
              <a:buClr>
                <a:srgbClr val="6E2FF1"/>
              </a:buClr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2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quarter" idx="21" hasCustomPrompt="1"/>
          </p:nvPr>
        </p:nvSpPr>
        <p:spPr>
          <a:xfrm>
            <a:off x="341681" y="1629287"/>
            <a:ext cx="8348664" cy="4443267"/>
          </a:xfrm>
        </p:spPr>
        <p:txBody>
          <a:bodyPr/>
          <a:lstStyle>
            <a:lvl1pPr marL="342900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E2FF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1pPr>
            <a:lvl2pPr marL="581343" indent="-166688">
              <a:lnSpc>
                <a:spcPct val="100000"/>
              </a:lnSpc>
              <a:spcAft>
                <a:spcPts val="0"/>
              </a:spcAft>
              <a:buClr>
                <a:srgbClr val="6E2FF1"/>
              </a:buClr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2pPr>
            <a:lvl3pPr marL="947103" indent="-166688">
              <a:lnSpc>
                <a:spcPct val="100000"/>
              </a:lnSpc>
              <a:spcAft>
                <a:spcPts val="0"/>
              </a:spcAft>
              <a:buClr>
                <a:srgbClr val="6E2FF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3pPr>
            <a:lvl4pPr marL="1293178" indent="-173038">
              <a:lnSpc>
                <a:spcPct val="100000"/>
              </a:lnSpc>
              <a:spcAft>
                <a:spcPts val="0"/>
              </a:spcAft>
              <a:buClr>
                <a:srgbClr val="6E2FF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4pPr>
            <a:lvl5pPr marL="1518603" indent="-168275">
              <a:lnSpc>
                <a:spcPct val="100000"/>
              </a:lnSpc>
              <a:spcAft>
                <a:spcPts val="0"/>
              </a:spcAft>
              <a:buClr>
                <a:srgbClr val="6E2FF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F1289BE-C460-FC38-A472-549CAFF7B1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2" y="333375"/>
            <a:ext cx="11233150" cy="451869"/>
          </a:xfrm>
        </p:spPr>
        <p:txBody>
          <a:bodyPr anchor="t"/>
          <a:lstStyle>
            <a:lvl1pPr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5B38FCCA-9B45-403D-9285-E8A5659B3A9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2" y="785244"/>
            <a:ext cx="11233150" cy="344488"/>
          </a:xfrm>
        </p:spPr>
        <p:txBody>
          <a:bodyPr/>
          <a:lstStyle>
            <a:lvl1pPr marL="0" indent="0">
              <a:buNone/>
              <a:defRPr lang="en-US" sz="2200">
                <a:solidFill>
                  <a:srgbClr val="7233F7"/>
                </a:solidFill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DD410EB-22A8-56FC-8D90-A32912AB5A8D}"/>
              </a:ext>
            </a:extLst>
          </p:cNvPr>
          <p:cNvCxnSpPr>
            <a:cxnSpLocks/>
          </p:cNvCxnSpPr>
          <p:nvPr userDrawn="1"/>
        </p:nvCxnSpPr>
        <p:spPr>
          <a:xfrm>
            <a:off x="8978583" y="1631950"/>
            <a:ext cx="0" cy="4440604"/>
          </a:xfrm>
          <a:prstGeom prst="line">
            <a:avLst/>
          </a:prstGeom>
          <a:ln w="1587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594960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with imag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/>
          <p:cNvSpPr>
            <a:spLocks noGrp="1"/>
          </p:cNvSpPr>
          <p:nvPr>
            <p:ph idx="1" hasCustomPrompt="1"/>
          </p:nvPr>
        </p:nvSpPr>
        <p:spPr>
          <a:xfrm>
            <a:off x="341681" y="1629079"/>
            <a:ext cx="5625569" cy="4455197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00000"/>
              </a:lnSpc>
              <a:spcAft>
                <a:spcPts val="0"/>
              </a:spcAft>
              <a:buClr>
                <a:srgbClr val="6E2FF1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</a:defRPr>
            </a:lvl1pPr>
            <a:lvl2pPr marL="581343" indent="-16668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2FF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 marL="855663" indent="-16668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2FF1"/>
              </a:buClr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3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0" name="Picture Placeholder 5"/>
          <p:cNvSpPr>
            <a:spLocks noGrp="1"/>
          </p:cNvSpPr>
          <p:nvPr>
            <p:ph type="pic" sz="quarter" idx="17"/>
          </p:nvPr>
        </p:nvSpPr>
        <p:spPr>
          <a:xfrm>
            <a:off x="6250924" y="1629080"/>
            <a:ext cx="5606113" cy="4455198"/>
          </a:xfrm>
        </p:spPr>
        <p:txBody>
          <a:bodyPr/>
          <a:lstStyle>
            <a:lvl1pPr marL="0" indent="0">
              <a:buClr>
                <a:schemeClr val="accent1"/>
              </a:buClr>
              <a:buNone/>
              <a:defRPr sz="2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0152492-71D9-150B-2A89-D0FCD1FD29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33375"/>
            <a:ext cx="11233150" cy="451869"/>
          </a:xfrm>
        </p:spPr>
        <p:txBody>
          <a:bodyPr anchor="t"/>
          <a:lstStyle>
            <a:lvl1pPr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405D1B2E-CB2E-3E45-B317-55D6F5C2DA6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785244"/>
            <a:ext cx="11233150" cy="344488"/>
          </a:xfrm>
        </p:spPr>
        <p:txBody>
          <a:bodyPr/>
          <a:lstStyle>
            <a:lvl1pPr marL="0" indent="0">
              <a:buNone/>
              <a:defRPr lang="en-US" sz="2200">
                <a:solidFill>
                  <a:srgbClr val="7233F7"/>
                </a:solidFill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</p:spTree>
    <p:extLst>
      <p:ext uri="{BB962C8B-B14F-4D97-AF65-F5344CB8AC3E}">
        <p14:creationId xmlns:p14="http://schemas.microsoft.com/office/powerpoint/2010/main" val="158421645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able Placeholder 3"/>
          <p:cNvSpPr>
            <a:spLocks noGrp="1"/>
          </p:cNvSpPr>
          <p:nvPr>
            <p:ph type="tbl" sz="quarter" idx="13"/>
          </p:nvPr>
        </p:nvSpPr>
        <p:spPr>
          <a:xfrm>
            <a:off x="342900" y="1259574"/>
            <a:ext cx="11514138" cy="5065026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noProof="0"/>
              <a:t>Click icon to add table</a:t>
            </a:r>
            <a:endParaRPr lang="en-US" noProof="0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BA6B87B-D63E-427C-CAB5-FF49FA0D88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33375"/>
            <a:ext cx="11233150" cy="451869"/>
          </a:xfrm>
        </p:spPr>
        <p:txBody>
          <a:bodyPr anchor="t"/>
          <a:lstStyle>
            <a:lvl1pPr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</p:spTree>
    <p:extLst>
      <p:ext uri="{BB962C8B-B14F-4D97-AF65-F5344CB8AC3E}">
        <p14:creationId xmlns:p14="http://schemas.microsoft.com/office/powerpoint/2010/main" val="7751233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FF3FA1D-9635-ED13-F7C7-D49D0BEE44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33375"/>
            <a:ext cx="11233150" cy="451869"/>
          </a:xfrm>
        </p:spPr>
        <p:txBody>
          <a:bodyPr anchor="t"/>
          <a:lstStyle>
            <a:lvl1pPr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</p:spTree>
    <p:extLst>
      <p:ext uri="{BB962C8B-B14F-4D97-AF65-F5344CB8AC3E}">
        <p14:creationId xmlns:p14="http://schemas.microsoft.com/office/powerpoint/2010/main" val="151418806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FF3FA1D-9635-ED13-F7C7-D49D0BEE44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203065"/>
            <a:ext cx="5761037" cy="451869"/>
          </a:xfrm>
        </p:spPr>
        <p:txBody>
          <a:bodyPr anchor="t"/>
          <a:lstStyle>
            <a:lvl1pPr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FBFE9E-2652-DCEC-F6D0-92BD843763B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0" y="3127761"/>
            <a:ext cx="296254" cy="3419089"/>
          </a:xfrm>
        </p:spPr>
        <p:txBody>
          <a:bodyPr anchor="t" anchorCtr="0"/>
          <a:lstStyle>
            <a:lvl1pPr marL="0" marR="0" indent="0" algn="l" defTabSz="914400" rtl="0" eaLnBrk="1" fontAlgn="base" latinLnBrk="0" hangingPunct="1">
              <a:lnSpc>
                <a:spcPts val="2780"/>
              </a:lnSpc>
              <a:spcBef>
                <a:spcPts val="600"/>
              </a:spcBef>
              <a:spcAft>
                <a:spcPts val="0"/>
              </a:spcAft>
              <a:buClr>
                <a:srgbClr val="6E2FF1"/>
              </a:buClr>
              <a:buSzPct val="80000"/>
              <a:buFont typeface="Arial" panose="020B0604020202020204" pitchFamily="34" charset="0"/>
              <a:buNone/>
              <a:tabLst/>
              <a:defRPr sz="2400">
                <a:solidFill>
                  <a:schemeClr val="accent1"/>
                </a:solidFill>
              </a:defRPr>
            </a:lvl1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E2FF1"/>
              </a:buClr>
              <a:buSzPct val="80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#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F81CCB20-290E-8B38-FAC1-99C37229473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92255" y="3127761"/>
            <a:ext cx="5272754" cy="3419089"/>
          </a:xfrm>
        </p:spPr>
        <p:txBody>
          <a:bodyPr anchor="t" anchorCtr="0"/>
          <a:lstStyle>
            <a:lvl1pPr marL="0" marR="0" indent="0" algn="l" defTabSz="914400" rtl="0" eaLnBrk="1" fontAlgn="base" latinLnBrk="0" hangingPunct="1">
              <a:lnSpc>
                <a:spcPts val="2780"/>
              </a:lnSpc>
              <a:spcBef>
                <a:spcPts val="600"/>
              </a:spcBef>
              <a:spcAft>
                <a:spcPts val="0"/>
              </a:spcAft>
              <a:buClr>
                <a:srgbClr val="6E2FF1"/>
              </a:buClr>
              <a:buSzPct val="80000"/>
              <a:buFont typeface="Arial" panose="020B0604020202020204" pitchFamily="34" charset="0"/>
              <a:buNone/>
              <a:tabLst/>
              <a:defRPr sz="2400">
                <a:solidFill>
                  <a:schemeClr val="tx1"/>
                </a:solidFill>
              </a:defRPr>
            </a:lvl1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E2FF1"/>
              </a:buClr>
              <a:buSzPct val="80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Agenda item</a:t>
            </a:r>
          </a:p>
        </p:txBody>
      </p:sp>
    </p:spTree>
    <p:extLst>
      <p:ext uri="{BB962C8B-B14F-4D97-AF65-F5344CB8AC3E}">
        <p14:creationId xmlns:p14="http://schemas.microsoft.com/office/powerpoint/2010/main" val="175514734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 column slide with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A34585F-2B85-C728-D6AB-F47CC23E51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33375"/>
            <a:ext cx="11233150" cy="451869"/>
          </a:xfrm>
        </p:spPr>
        <p:txBody>
          <a:bodyPr anchor="t"/>
          <a:lstStyle>
            <a:lvl1pPr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C8F3B333-FC3F-6CC0-F884-E8D64B41849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785244"/>
            <a:ext cx="11233150" cy="344488"/>
          </a:xfrm>
        </p:spPr>
        <p:txBody>
          <a:bodyPr/>
          <a:lstStyle>
            <a:lvl1pPr marL="0" indent="0">
              <a:buNone/>
              <a:defRPr lang="en-US" sz="2200">
                <a:solidFill>
                  <a:srgbClr val="7233F7"/>
                </a:solidFill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AA2015AF-BA33-A1D1-C656-9F0543D045D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34964" y="4686255"/>
            <a:ext cx="3372644" cy="1373232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E2FF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1pPr>
            <a:lvl2pPr marL="581343" indent="-166688">
              <a:lnSpc>
                <a:spcPct val="100000"/>
              </a:lnSpc>
              <a:spcAft>
                <a:spcPts val="0"/>
              </a:spcAft>
              <a:buClr>
                <a:srgbClr val="6E2FF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rgbClr val="383838"/>
                </a:solidFill>
              </a:defRPr>
            </a:lvl3pPr>
            <a:lvl4pPr>
              <a:defRPr>
                <a:solidFill>
                  <a:srgbClr val="383838"/>
                </a:solidFill>
              </a:defRPr>
            </a:lvl4pPr>
            <a:lvl5pPr>
              <a:defRPr>
                <a:solidFill>
                  <a:srgbClr val="383838"/>
                </a:solidFill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91DCE8EB-57B0-6F3F-108A-307D6494DF2E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4416359" y="4686255"/>
            <a:ext cx="3359281" cy="1373232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E2FF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1pPr>
            <a:lvl2pPr marL="581343" indent="-166688">
              <a:lnSpc>
                <a:spcPct val="100000"/>
              </a:lnSpc>
              <a:spcAft>
                <a:spcPts val="0"/>
              </a:spcAft>
              <a:buClr>
                <a:srgbClr val="6E2FF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3CE459FA-5634-169B-B788-0A6DCDEB1AC0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8437857" y="4686255"/>
            <a:ext cx="3412462" cy="1373232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E2FF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1pPr>
            <a:lvl2pPr marL="581343" indent="-166688">
              <a:lnSpc>
                <a:spcPct val="100000"/>
              </a:lnSpc>
              <a:spcAft>
                <a:spcPts val="0"/>
              </a:spcAft>
              <a:buClr>
                <a:srgbClr val="6E2FF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23123285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3 column slide with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A34585F-2B85-C728-D6AB-F47CC23E51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33375"/>
            <a:ext cx="11233150" cy="451869"/>
          </a:xfrm>
        </p:spPr>
        <p:txBody>
          <a:bodyPr anchor="t"/>
          <a:lstStyle>
            <a:lvl1pPr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C8F3B333-FC3F-6CC0-F884-E8D64B41849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785244"/>
            <a:ext cx="11233150" cy="344488"/>
          </a:xfrm>
        </p:spPr>
        <p:txBody>
          <a:bodyPr/>
          <a:lstStyle>
            <a:lvl1pPr marL="0" indent="0">
              <a:buNone/>
              <a:defRPr lang="en-US" sz="2200">
                <a:solidFill>
                  <a:srgbClr val="7233F7"/>
                </a:solidFill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</p:spTree>
    <p:extLst>
      <p:ext uri="{BB962C8B-B14F-4D97-AF65-F5344CB8AC3E}">
        <p14:creationId xmlns:p14="http://schemas.microsoft.com/office/powerpoint/2010/main" val="372309500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3 column sli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1325FC2-3ECC-B01B-C310-C1830B3A37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33375"/>
            <a:ext cx="11233150" cy="451869"/>
          </a:xfrm>
        </p:spPr>
        <p:txBody>
          <a:bodyPr anchor="t"/>
          <a:lstStyle>
            <a:lvl1pPr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</a:t>
            </a:r>
            <a:r>
              <a:rPr lang="en-US"/>
              <a:t>to edit title </a:t>
            </a:r>
            <a:r>
              <a:rPr lang="en-US" dirty="0"/>
              <a:t>s</a:t>
            </a:r>
            <a:r>
              <a:rPr lang="en-US"/>
              <a:t>tyle</a:t>
            </a:r>
            <a:endParaRPr lang="en-US" dirty="0"/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22E93B31-0AB7-47FF-66E3-07BAB00D4F5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785244"/>
            <a:ext cx="11233150" cy="344488"/>
          </a:xfrm>
        </p:spPr>
        <p:txBody>
          <a:bodyPr/>
          <a:lstStyle>
            <a:lvl1pPr marL="0" indent="0">
              <a:buNone/>
              <a:defRPr lang="en-US" sz="2200">
                <a:solidFill>
                  <a:srgbClr val="7233F7"/>
                </a:solidFill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93C81F4B-F08E-B41E-3208-5D0B92A96A1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419997" y="1611050"/>
            <a:ext cx="3359945" cy="560696"/>
          </a:xfrm>
        </p:spPr>
        <p:txBody>
          <a:bodyPr/>
          <a:lstStyle>
            <a:lvl1pPr>
              <a:buClr>
                <a:srgbClr val="6E2FF1"/>
              </a:buClr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D3F52F4B-161F-01DB-3570-BED7ABF421D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437193" y="1611050"/>
            <a:ext cx="3413126" cy="560696"/>
          </a:xfrm>
        </p:spPr>
        <p:txBody>
          <a:bodyPr/>
          <a:lstStyle>
            <a:lvl1pPr>
              <a:buClr>
                <a:srgbClr val="6E2FF1"/>
              </a:buClr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C173144-7538-D08B-6C69-A7C2EF4371B0}"/>
              </a:ext>
            </a:extLst>
          </p:cNvPr>
          <p:cNvCxnSpPr>
            <a:cxnSpLocks/>
          </p:cNvCxnSpPr>
          <p:nvPr userDrawn="1"/>
        </p:nvCxnSpPr>
        <p:spPr>
          <a:xfrm>
            <a:off x="4068914" y="1631950"/>
            <a:ext cx="0" cy="4440604"/>
          </a:xfrm>
          <a:prstGeom prst="line">
            <a:avLst/>
          </a:prstGeom>
          <a:ln w="1587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01FA014-90AB-0167-9FFE-B61D90A760F8}"/>
              </a:ext>
            </a:extLst>
          </p:cNvPr>
          <p:cNvCxnSpPr>
            <a:cxnSpLocks/>
          </p:cNvCxnSpPr>
          <p:nvPr userDrawn="1"/>
        </p:nvCxnSpPr>
        <p:spPr>
          <a:xfrm>
            <a:off x="8130275" y="1631950"/>
            <a:ext cx="0" cy="4440604"/>
          </a:xfrm>
          <a:prstGeom prst="line">
            <a:avLst/>
          </a:prstGeom>
          <a:ln w="1587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1C219C76-408E-918F-DA25-E1B89EC087A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41681" y="1611050"/>
            <a:ext cx="3372645" cy="560696"/>
          </a:xfrm>
        </p:spPr>
        <p:txBody>
          <a:bodyPr/>
          <a:lstStyle>
            <a:lvl1pPr>
              <a:buClr>
                <a:srgbClr val="6E2FF1"/>
              </a:buClr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1771423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Closing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935D0AB-AC44-3595-F2A0-E120A9BFA64F}"/>
              </a:ext>
            </a:extLst>
          </p:cNvPr>
          <p:cNvSpPr/>
          <p:nvPr userDrawn="1"/>
        </p:nvSpPr>
        <p:spPr>
          <a:xfrm>
            <a:off x="-1" y="0"/>
            <a:ext cx="12192001" cy="6858000"/>
          </a:xfrm>
          <a:prstGeom prst="rect">
            <a:avLst/>
          </a:prstGeom>
          <a:gradFill>
            <a:gsLst>
              <a:gs pos="74000">
                <a:srgbClr val="BA85F9"/>
              </a:gs>
              <a:gs pos="33000">
                <a:srgbClr val="6E2FF1"/>
              </a:gs>
              <a:gs pos="0">
                <a:schemeClr val="accent1">
                  <a:alpha val="7000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BE5686C-98E7-A510-653F-0FD69A4B4B81}"/>
              </a:ext>
            </a:extLst>
          </p:cNvPr>
          <p:cNvSpPr/>
          <p:nvPr userDrawn="1"/>
        </p:nvSpPr>
        <p:spPr>
          <a:xfrm>
            <a:off x="-1" y="0"/>
            <a:ext cx="12192001" cy="6858000"/>
          </a:xfrm>
          <a:prstGeom prst="rect">
            <a:avLst/>
          </a:prstGeom>
          <a:gradFill>
            <a:gsLst>
              <a:gs pos="100000">
                <a:srgbClr val="E0D1FC"/>
              </a:gs>
              <a:gs pos="60000">
                <a:srgbClr val="6E2FF1">
                  <a:alpha val="10000"/>
                </a:srgb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6F863802-73AF-E781-94DD-B6935A840D5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317949" y="3249879"/>
            <a:ext cx="1174240" cy="35824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07E9A11-EBA6-9420-BCD8-181F6B72A5A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326471" y="0"/>
            <a:ext cx="4655186" cy="70173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>
              <a:lnSpc>
                <a:spcPts val="3000"/>
              </a:lnSpc>
              <a:defRPr/>
            </a:pPr>
            <a:r>
              <a:rPr lang="en-US" sz="2400" noProof="1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Tack </a:t>
            </a:r>
          </a:p>
          <a:p>
            <a:pPr algn="r">
              <a:lnSpc>
                <a:spcPts val="3000"/>
              </a:lnSpc>
              <a:defRPr/>
            </a:pPr>
            <a:r>
              <a:rPr lang="en-US" sz="2400" noProof="1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ಧನ್ಯವಾದಗಳು</a:t>
            </a:r>
          </a:p>
          <a:p>
            <a:pPr algn="r">
              <a:lnSpc>
                <a:spcPts val="3000"/>
              </a:lnSpc>
              <a:defRPr/>
            </a:pPr>
            <a:r>
              <a:rPr lang="en-US" sz="2400" noProof="1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Merci</a:t>
            </a:r>
          </a:p>
          <a:p>
            <a:pPr algn="r">
              <a:lnSpc>
                <a:spcPts val="3000"/>
              </a:lnSpc>
              <a:defRPr/>
            </a:pPr>
            <a:r>
              <a:rPr lang="en-US" sz="2400" noProof="1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Danke</a:t>
            </a:r>
          </a:p>
          <a:p>
            <a:pPr algn="r">
              <a:lnSpc>
                <a:spcPts val="3000"/>
              </a:lnSpc>
              <a:defRPr/>
            </a:pPr>
            <a:r>
              <a:rPr lang="en-US" sz="2400" noProof="1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Gracias</a:t>
            </a:r>
            <a:br>
              <a:rPr lang="en-US" sz="2400" noProof="1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noProof="1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Grazie</a:t>
            </a:r>
          </a:p>
          <a:p>
            <a:pPr algn="r">
              <a:lnSpc>
                <a:spcPts val="3000"/>
              </a:lnSpc>
              <a:defRPr/>
            </a:pPr>
            <a:r>
              <a:rPr lang="en-US" sz="2400" noProof="1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谢谢</a:t>
            </a:r>
          </a:p>
          <a:p>
            <a:pPr algn="r">
              <a:lnSpc>
                <a:spcPts val="3000"/>
              </a:lnSpc>
              <a:defRPr/>
            </a:pPr>
            <a:r>
              <a:rPr lang="en-US" sz="2400" noProof="1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ありがとう</a:t>
            </a:r>
          </a:p>
          <a:p>
            <a:pPr marL="0" marR="0" lvl="0" indent="0" algn="r" defTabSz="914400" rtl="0" eaLnBrk="0" fontAlgn="base" latinLnBrk="0" hangingPunct="0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400" noProof="1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Asante</a:t>
            </a:r>
          </a:p>
          <a:p>
            <a:pPr marL="0" marR="0" lvl="0" indent="0" algn="r" defTabSz="914400" rtl="0" eaLnBrk="0" fontAlgn="base" latinLnBrk="0" hangingPunct="0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400" noProof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  <a:p>
            <a:pPr algn="r">
              <a:lnSpc>
                <a:spcPts val="3000"/>
              </a:lnSpc>
              <a:defRPr/>
            </a:pPr>
            <a:r>
              <a:rPr lang="en-US" sz="2400" noProof="1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감사합니다</a:t>
            </a:r>
          </a:p>
          <a:p>
            <a:pPr algn="r">
              <a:lnSpc>
                <a:spcPts val="3000"/>
              </a:lnSpc>
              <a:defRPr/>
            </a:pPr>
            <a:r>
              <a:rPr lang="en-US" sz="2400" noProof="1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धन्यवाद</a:t>
            </a:r>
          </a:p>
          <a:p>
            <a:pPr marL="0" marR="0" lvl="0" indent="0" algn="r" defTabSz="914400" rtl="0" eaLnBrk="0" fontAlgn="base" latinLnBrk="0" hangingPunct="0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400" noProof="1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Kiitos</a:t>
            </a:r>
          </a:p>
          <a:p>
            <a:pPr algn="r">
              <a:lnSpc>
                <a:spcPts val="3000"/>
              </a:lnSpc>
              <a:defRPr/>
            </a:pPr>
            <a:r>
              <a:rPr lang="en-US" sz="2400" kern="1200" noProof="1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  <a:ea typeface="ＭＳ Ｐゴシック" charset="-128"/>
                <a:cs typeface="Arial" panose="020B0604020202020204" pitchFamily="34" charset="0"/>
              </a:rPr>
              <a:t>شكرًا</a:t>
            </a:r>
          </a:p>
          <a:p>
            <a:pPr algn="r">
              <a:lnSpc>
                <a:spcPts val="3000"/>
              </a:lnSpc>
              <a:defRPr/>
            </a:pPr>
            <a:r>
              <a:rPr lang="en-US" sz="2400" noProof="1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</a:rPr>
              <a:t>ধন্যবাদ</a:t>
            </a:r>
            <a:br>
              <a:rPr lang="en-US" sz="2400" noProof="1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noProof="1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תודה</a:t>
            </a:r>
          </a:p>
          <a:p>
            <a:pPr marL="0" marR="0" lvl="0" indent="0" algn="r" defTabSz="914400" rtl="0" eaLnBrk="0" fontAlgn="base" latinLnBrk="0" hangingPunct="0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0" i="0" noProof="1">
                <a:solidFill>
                  <a:schemeClr val="bg1">
                    <a:alpha val="25000"/>
                  </a:schemeClr>
                </a:solidFill>
                <a:effectLst/>
                <a:latin typeface="Arial" panose="020B0604020202020204" pitchFamily="34" charset="0"/>
              </a:rPr>
              <a:t>ధన్యవాదములు</a:t>
            </a:r>
          </a:p>
          <a:p>
            <a:pPr marL="0" marR="0" lvl="0" indent="0" algn="r" defTabSz="914400" rtl="0" eaLnBrk="0" fontAlgn="base" latinLnBrk="0" hangingPunct="0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0" i="0" noProof="1">
                <a:solidFill>
                  <a:schemeClr val="bg1">
                    <a:alpha val="25000"/>
                  </a:schemeClr>
                </a:solidFill>
                <a:effectLst/>
                <a:latin typeface="Arial" panose="020B0604020202020204" pitchFamily="34" charset="0"/>
              </a:rPr>
              <a:t>Köszönöm</a:t>
            </a:r>
          </a:p>
        </p:txBody>
      </p:sp>
    </p:spTree>
    <p:extLst>
      <p:ext uri="{BB962C8B-B14F-4D97-AF65-F5344CB8AC3E}">
        <p14:creationId xmlns:p14="http://schemas.microsoft.com/office/powerpoint/2010/main" val="31162736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Closing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B11CE2E-EC95-AB37-48CD-A893B95CCBCB}"/>
              </a:ext>
            </a:extLst>
          </p:cNvPr>
          <p:cNvSpPr/>
          <p:nvPr userDrawn="1"/>
        </p:nvSpPr>
        <p:spPr>
          <a:xfrm>
            <a:off x="-1" y="0"/>
            <a:ext cx="12192001" cy="6858000"/>
          </a:xfrm>
          <a:prstGeom prst="rect">
            <a:avLst/>
          </a:prstGeom>
          <a:gradFill>
            <a:gsLst>
              <a:gs pos="74000">
                <a:srgbClr val="BA85F9"/>
              </a:gs>
              <a:gs pos="33000">
                <a:srgbClr val="6E2FF1"/>
              </a:gs>
              <a:gs pos="0">
                <a:schemeClr val="accent1">
                  <a:alpha val="7000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E667DAA-C82F-D11A-357F-886396C9B7FE}"/>
              </a:ext>
            </a:extLst>
          </p:cNvPr>
          <p:cNvSpPr/>
          <p:nvPr userDrawn="1"/>
        </p:nvSpPr>
        <p:spPr>
          <a:xfrm>
            <a:off x="-1" y="0"/>
            <a:ext cx="12192001" cy="6858000"/>
          </a:xfrm>
          <a:prstGeom prst="rect">
            <a:avLst/>
          </a:prstGeom>
          <a:gradFill>
            <a:gsLst>
              <a:gs pos="100000">
                <a:srgbClr val="E0D1FC"/>
              </a:gs>
              <a:gs pos="60000">
                <a:srgbClr val="6E2FF1">
                  <a:alpha val="10000"/>
                </a:srgb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1558F5E-A3BE-0D42-13E9-838197A80B4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34963" y="5555129"/>
            <a:ext cx="4170002" cy="96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l">
              <a:defRPr/>
            </a:pPr>
            <a:r>
              <a:rPr lang="en-US" sz="1050" noProof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Arm trademarks featured in this presentation are registered trademarks or trademarks of Arm Limited (or its subsidiaries) in the US and/or elsewhere. All rights reserved. All other marks featured may be trademarks of their respective owners.</a:t>
            </a:r>
          </a:p>
          <a:p>
            <a:pPr algn="l">
              <a:defRPr/>
            </a:pPr>
            <a:br>
              <a:rPr lang="en-US" sz="1050" noProof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050" noProof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www.arm.com/company/policies/trademarks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B913E0D1-1F96-2D30-DFEF-185207885CA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317949" y="3249879"/>
            <a:ext cx="1174240" cy="358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960395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Closing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circle with a black background&#10;&#10;Description automatically generated">
            <a:extLst>
              <a:ext uri="{FF2B5EF4-FFF2-40B4-BE49-F238E27FC236}">
                <a16:creationId xmlns:a16="http://schemas.microsoft.com/office/drawing/2014/main" id="{BED15ADD-5EC2-811A-2387-1B5930CD08C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0630" t="4489" r="30630" b="7372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11">
            <a:extLst>
              <a:ext uri="{FF2B5EF4-FFF2-40B4-BE49-F238E27FC236}">
                <a16:creationId xmlns:a16="http://schemas.microsoft.com/office/drawing/2014/main" id="{B381D48D-6B8E-2C29-2226-AC9A652B9C6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34963" y="337495"/>
            <a:ext cx="1174240" cy="35824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57D2D66-0693-E8F6-C7DE-35F9D93C9BC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326471" y="0"/>
            <a:ext cx="4655186" cy="70173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>
              <a:lnSpc>
                <a:spcPts val="3000"/>
              </a:lnSpc>
              <a:defRPr/>
            </a:pPr>
            <a:r>
              <a:rPr lang="en-US" sz="2400" noProof="1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Tack </a:t>
            </a:r>
          </a:p>
          <a:p>
            <a:pPr algn="r">
              <a:lnSpc>
                <a:spcPts val="3000"/>
              </a:lnSpc>
              <a:defRPr/>
            </a:pPr>
            <a:r>
              <a:rPr lang="en-US" sz="2400" noProof="1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ಧನ್ಯವಾದಗಳು</a:t>
            </a:r>
          </a:p>
          <a:p>
            <a:pPr algn="r">
              <a:lnSpc>
                <a:spcPts val="3000"/>
              </a:lnSpc>
              <a:defRPr/>
            </a:pPr>
            <a:r>
              <a:rPr lang="en-US" sz="2400" noProof="1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Merci</a:t>
            </a:r>
          </a:p>
          <a:p>
            <a:pPr algn="r">
              <a:lnSpc>
                <a:spcPts val="3000"/>
              </a:lnSpc>
              <a:defRPr/>
            </a:pPr>
            <a:r>
              <a:rPr lang="en-US" sz="2400" noProof="1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Danke</a:t>
            </a:r>
          </a:p>
          <a:p>
            <a:pPr algn="r">
              <a:lnSpc>
                <a:spcPts val="3000"/>
              </a:lnSpc>
              <a:defRPr/>
            </a:pPr>
            <a:r>
              <a:rPr lang="en-US" sz="2400" noProof="1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Gracias</a:t>
            </a:r>
            <a:br>
              <a:rPr lang="en-US" sz="2400" noProof="1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noProof="1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Grazie</a:t>
            </a:r>
          </a:p>
          <a:p>
            <a:pPr algn="r">
              <a:lnSpc>
                <a:spcPts val="3000"/>
              </a:lnSpc>
              <a:defRPr/>
            </a:pPr>
            <a:r>
              <a:rPr lang="en-US" sz="2400" noProof="1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谢谢</a:t>
            </a:r>
          </a:p>
          <a:p>
            <a:pPr algn="r">
              <a:lnSpc>
                <a:spcPts val="3000"/>
              </a:lnSpc>
              <a:defRPr/>
            </a:pPr>
            <a:r>
              <a:rPr lang="en-US" sz="2400" noProof="1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ありがとう</a:t>
            </a:r>
          </a:p>
          <a:p>
            <a:pPr marL="0" marR="0" lvl="0" indent="0" algn="r" defTabSz="914400" rtl="0" eaLnBrk="0" fontAlgn="base" latinLnBrk="0" hangingPunct="0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400" noProof="1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Asante</a:t>
            </a:r>
          </a:p>
          <a:p>
            <a:pPr marL="0" marR="0" lvl="0" indent="0" algn="r" defTabSz="914400" rtl="0" eaLnBrk="0" fontAlgn="base" latinLnBrk="0" hangingPunct="0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400" noProof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  <a:p>
            <a:pPr algn="r">
              <a:lnSpc>
                <a:spcPts val="3000"/>
              </a:lnSpc>
              <a:defRPr/>
            </a:pPr>
            <a:r>
              <a:rPr lang="en-US" sz="2400" noProof="1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감사합니다</a:t>
            </a:r>
          </a:p>
          <a:p>
            <a:pPr algn="r">
              <a:lnSpc>
                <a:spcPts val="3000"/>
              </a:lnSpc>
              <a:defRPr/>
            </a:pPr>
            <a:r>
              <a:rPr lang="en-US" sz="2400" noProof="1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धन्यवाद</a:t>
            </a:r>
          </a:p>
          <a:p>
            <a:pPr marL="0" marR="0" lvl="0" indent="0" algn="r" defTabSz="914400" rtl="0" eaLnBrk="0" fontAlgn="base" latinLnBrk="0" hangingPunct="0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400" noProof="1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Kiitos</a:t>
            </a:r>
          </a:p>
          <a:p>
            <a:pPr algn="r">
              <a:lnSpc>
                <a:spcPts val="3000"/>
              </a:lnSpc>
              <a:defRPr/>
            </a:pPr>
            <a:r>
              <a:rPr lang="en-US" sz="2400" kern="1200" noProof="1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  <a:ea typeface="ＭＳ Ｐゴシック" charset="-128"/>
                <a:cs typeface="Arial" panose="020B0604020202020204" pitchFamily="34" charset="0"/>
              </a:rPr>
              <a:t>شكرًا</a:t>
            </a:r>
          </a:p>
          <a:p>
            <a:pPr algn="r">
              <a:lnSpc>
                <a:spcPts val="3000"/>
              </a:lnSpc>
              <a:defRPr/>
            </a:pPr>
            <a:r>
              <a:rPr lang="en-US" sz="2400" noProof="1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</a:rPr>
              <a:t>ধন্যবাদ</a:t>
            </a:r>
            <a:br>
              <a:rPr lang="en-US" sz="2400" noProof="1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noProof="1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תודה</a:t>
            </a:r>
          </a:p>
          <a:p>
            <a:pPr marL="0" marR="0" lvl="0" indent="0" algn="r" defTabSz="914400" rtl="0" eaLnBrk="0" fontAlgn="base" latinLnBrk="0" hangingPunct="0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0" i="0" noProof="1">
                <a:solidFill>
                  <a:schemeClr val="bg1">
                    <a:alpha val="25000"/>
                  </a:schemeClr>
                </a:solidFill>
                <a:effectLst/>
                <a:latin typeface="Arial" panose="020B0604020202020204" pitchFamily="34" charset="0"/>
              </a:rPr>
              <a:t>ధన్యవాదములు</a:t>
            </a:r>
          </a:p>
          <a:p>
            <a:pPr marL="0" marR="0" lvl="0" indent="0" algn="r" defTabSz="914400" rtl="0" eaLnBrk="0" fontAlgn="base" latinLnBrk="0" hangingPunct="0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0" i="0" noProof="1">
                <a:solidFill>
                  <a:schemeClr val="bg1">
                    <a:alpha val="25000"/>
                  </a:schemeClr>
                </a:solidFill>
                <a:effectLst/>
                <a:latin typeface="Arial" panose="020B0604020202020204" pitchFamily="34" charset="0"/>
              </a:rPr>
              <a:t>Köszönöm</a:t>
            </a:r>
          </a:p>
        </p:txBody>
      </p:sp>
    </p:spTree>
    <p:extLst>
      <p:ext uri="{BB962C8B-B14F-4D97-AF65-F5344CB8AC3E}">
        <p14:creationId xmlns:p14="http://schemas.microsoft.com/office/powerpoint/2010/main" val="281057506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losing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circle with a black background&#10;&#10;Description automatically generated">
            <a:extLst>
              <a:ext uri="{FF2B5EF4-FFF2-40B4-BE49-F238E27FC236}">
                <a16:creationId xmlns:a16="http://schemas.microsoft.com/office/drawing/2014/main" id="{7361937A-719B-4F76-BADA-2A50A2850E5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0630" t="4489" r="30630" b="7372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/>
          <p:cNvSpPr>
            <a:spLocks noChangeArrowheads="1"/>
          </p:cNvSpPr>
          <p:nvPr userDrawn="1"/>
        </p:nvSpPr>
        <p:spPr bwMode="auto">
          <a:xfrm>
            <a:off x="334963" y="5662851"/>
            <a:ext cx="2658035" cy="861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l">
              <a:defRPr/>
            </a:pPr>
            <a:r>
              <a:rPr lang="en-US" sz="800" noProof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Arm trademarks featured in this presentation are registered trademarks or trademarks of Arm Limited </a:t>
            </a:r>
            <a:br>
              <a:rPr lang="en-US" sz="800" noProof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800" noProof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(or its subsidiaries) in the US and/or elsewhere. All rights reserved. All other marks featured may be trademarks of their respective owners.</a:t>
            </a:r>
          </a:p>
          <a:p>
            <a:pPr algn="l">
              <a:defRPr/>
            </a:pPr>
            <a:br>
              <a:rPr lang="en-US" sz="800" noProof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800" noProof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www.arm.com/company/policies/trademarks</a:t>
            </a:r>
          </a:p>
        </p:txBody>
      </p:sp>
      <p:pic>
        <p:nvPicPr>
          <p:cNvPr id="4" name="Picture 11">
            <a:extLst>
              <a:ext uri="{FF2B5EF4-FFF2-40B4-BE49-F238E27FC236}">
                <a16:creationId xmlns:a16="http://schemas.microsoft.com/office/drawing/2014/main" id="{0702DF4C-C16B-FB7F-C627-956839D9025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34963" y="337495"/>
            <a:ext cx="1174240" cy="358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71610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0_Closing Slide">
    <p:bg>
      <p:bgPr>
        <a:gradFill flip="none" rotWithShape="1">
          <a:gsLst>
            <a:gs pos="100000">
              <a:schemeClr val="accent2"/>
            </a:gs>
            <a:gs pos="21000">
              <a:srgbClr val="00C1DE"/>
            </a:gs>
            <a:gs pos="49000">
              <a:schemeClr val="accent1"/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circle with a black background&#10;&#10;Description automatically generated">
            <a:extLst>
              <a:ext uri="{FF2B5EF4-FFF2-40B4-BE49-F238E27FC236}">
                <a16:creationId xmlns:a16="http://schemas.microsoft.com/office/drawing/2014/main" id="{87FC3B0A-1B2E-5183-A106-AFF1AFAD527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1260" t="38522" b="39687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698A3AF-7443-E497-DF07-403C6A63012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326471" y="0"/>
            <a:ext cx="4655186" cy="70173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>
              <a:lnSpc>
                <a:spcPts val="3000"/>
              </a:lnSpc>
              <a:defRPr/>
            </a:pPr>
            <a:r>
              <a:rPr lang="en-US" sz="2400" noProof="1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Tack </a:t>
            </a:r>
          </a:p>
          <a:p>
            <a:pPr algn="r">
              <a:lnSpc>
                <a:spcPts val="3000"/>
              </a:lnSpc>
              <a:defRPr/>
            </a:pPr>
            <a:r>
              <a:rPr lang="en-US" sz="2400" noProof="1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ಧನ್ಯವಾದಗಳು</a:t>
            </a:r>
          </a:p>
          <a:p>
            <a:pPr algn="r">
              <a:lnSpc>
                <a:spcPts val="3000"/>
              </a:lnSpc>
              <a:defRPr/>
            </a:pPr>
            <a:r>
              <a:rPr lang="en-US" sz="2400" noProof="1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Merci</a:t>
            </a:r>
          </a:p>
          <a:p>
            <a:pPr algn="r">
              <a:lnSpc>
                <a:spcPts val="3000"/>
              </a:lnSpc>
              <a:defRPr/>
            </a:pPr>
            <a:r>
              <a:rPr lang="en-US" sz="2400" noProof="1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Danke</a:t>
            </a:r>
          </a:p>
          <a:p>
            <a:pPr algn="r">
              <a:lnSpc>
                <a:spcPts val="3000"/>
              </a:lnSpc>
              <a:defRPr/>
            </a:pPr>
            <a:r>
              <a:rPr lang="en-US" sz="2400" noProof="1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Gracias</a:t>
            </a:r>
            <a:br>
              <a:rPr lang="en-US" sz="2400" noProof="1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noProof="1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Grazie</a:t>
            </a:r>
          </a:p>
          <a:p>
            <a:pPr algn="r">
              <a:lnSpc>
                <a:spcPts val="3000"/>
              </a:lnSpc>
              <a:defRPr/>
            </a:pPr>
            <a:r>
              <a:rPr lang="en-US" sz="2400" noProof="1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谢谢</a:t>
            </a:r>
          </a:p>
          <a:p>
            <a:pPr algn="r">
              <a:lnSpc>
                <a:spcPts val="3000"/>
              </a:lnSpc>
              <a:defRPr/>
            </a:pPr>
            <a:r>
              <a:rPr lang="en-US" sz="2400" noProof="1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ありがとう</a:t>
            </a:r>
          </a:p>
          <a:p>
            <a:pPr marL="0" marR="0" lvl="0" indent="0" algn="r" defTabSz="914400" rtl="0" eaLnBrk="0" fontAlgn="base" latinLnBrk="0" hangingPunct="0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400" noProof="1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Asante</a:t>
            </a:r>
          </a:p>
          <a:p>
            <a:pPr marL="0" marR="0" lvl="0" indent="0" algn="r" defTabSz="914400" rtl="0" eaLnBrk="0" fontAlgn="base" latinLnBrk="0" hangingPunct="0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400" noProof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  <a:p>
            <a:pPr algn="r">
              <a:lnSpc>
                <a:spcPts val="3000"/>
              </a:lnSpc>
              <a:defRPr/>
            </a:pPr>
            <a:r>
              <a:rPr lang="en-US" sz="2400" noProof="1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감사합니다</a:t>
            </a:r>
          </a:p>
          <a:p>
            <a:pPr algn="r">
              <a:lnSpc>
                <a:spcPts val="3000"/>
              </a:lnSpc>
              <a:defRPr/>
            </a:pPr>
            <a:r>
              <a:rPr lang="en-US" sz="2400" noProof="1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धन्यवाद</a:t>
            </a:r>
          </a:p>
          <a:p>
            <a:pPr marL="0" marR="0" lvl="0" indent="0" algn="r" defTabSz="914400" rtl="0" eaLnBrk="0" fontAlgn="base" latinLnBrk="0" hangingPunct="0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400" noProof="1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Kiitos</a:t>
            </a:r>
          </a:p>
          <a:p>
            <a:pPr algn="r">
              <a:lnSpc>
                <a:spcPts val="3000"/>
              </a:lnSpc>
              <a:defRPr/>
            </a:pPr>
            <a:r>
              <a:rPr lang="en-US" sz="2400" kern="1200" noProof="1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  <a:ea typeface="ＭＳ Ｐゴシック" charset="-128"/>
                <a:cs typeface="Arial" panose="020B0604020202020204" pitchFamily="34" charset="0"/>
              </a:rPr>
              <a:t>شكرًا</a:t>
            </a:r>
          </a:p>
          <a:p>
            <a:pPr algn="r">
              <a:lnSpc>
                <a:spcPts val="3000"/>
              </a:lnSpc>
              <a:defRPr/>
            </a:pPr>
            <a:r>
              <a:rPr lang="en-US" sz="2400" noProof="1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</a:rPr>
              <a:t>ধন্যবাদ</a:t>
            </a:r>
            <a:br>
              <a:rPr lang="en-US" sz="2400" noProof="1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noProof="1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תודה</a:t>
            </a:r>
          </a:p>
          <a:p>
            <a:pPr marL="0" marR="0" lvl="0" indent="0" algn="r" defTabSz="914400" rtl="0" eaLnBrk="0" fontAlgn="base" latinLnBrk="0" hangingPunct="0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0" i="0" noProof="1">
                <a:solidFill>
                  <a:schemeClr val="bg1">
                    <a:alpha val="25000"/>
                  </a:schemeClr>
                </a:solidFill>
                <a:effectLst/>
                <a:latin typeface="Arial" panose="020B0604020202020204" pitchFamily="34" charset="0"/>
              </a:rPr>
              <a:t>ధన్యవాదములు</a:t>
            </a:r>
          </a:p>
          <a:p>
            <a:pPr marL="0" marR="0" lvl="0" indent="0" algn="r" defTabSz="914400" rtl="0" eaLnBrk="0" fontAlgn="base" latinLnBrk="0" hangingPunct="0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0" i="0" noProof="1">
                <a:solidFill>
                  <a:schemeClr val="bg1">
                    <a:alpha val="25000"/>
                  </a:schemeClr>
                </a:solidFill>
                <a:effectLst/>
                <a:latin typeface="Arial" panose="020B0604020202020204" pitchFamily="34" charset="0"/>
              </a:rPr>
              <a:t>Köszönöm</a:t>
            </a:r>
          </a:p>
        </p:txBody>
      </p:sp>
      <p:pic>
        <p:nvPicPr>
          <p:cNvPr id="3" name="Picture 11">
            <a:extLst>
              <a:ext uri="{FF2B5EF4-FFF2-40B4-BE49-F238E27FC236}">
                <a16:creationId xmlns:a16="http://schemas.microsoft.com/office/drawing/2014/main" id="{41C96215-BC65-D5B1-AF78-CCD29136EAB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34963" y="337495"/>
            <a:ext cx="1174240" cy="358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656059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Closing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circle with a black background&#10;&#10;Description automatically generated">
            <a:extLst>
              <a:ext uri="{FF2B5EF4-FFF2-40B4-BE49-F238E27FC236}">
                <a16:creationId xmlns:a16="http://schemas.microsoft.com/office/drawing/2014/main" id="{E1F3F225-309F-2E09-4DD8-48893FA2296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1260" t="38522" b="39687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26AEBF6-6717-8CEA-D2B3-4A6E846AC3C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34963" y="5601295"/>
            <a:ext cx="3837192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l">
              <a:defRPr/>
            </a:pPr>
            <a:r>
              <a:rPr lang="en-US" sz="1000" noProof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Arm trademarks featured in this presentation are registered trademarks or trademarks of Arm Limited (or its subsidiaries) in the US and/or elsewhere. All rights reserved. All other marks featured may be trademarks of their respective owners.</a:t>
            </a:r>
          </a:p>
          <a:p>
            <a:pPr algn="l">
              <a:defRPr/>
            </a:pPr>
            <a:br>
              <a:rPr lang="en-US" sz="1000" noProof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000" noProof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www.arm.com/company/policies/trademarks</a:t>
            </a:r>
          </a:p>
        </p:txBody>
      </p:sp>
      <p:pic>
        <p:nvPicPr>
          <p:cNvPr id="3" name="Picture 11">
            <a:extLst>
              <a:ext uri="{FF2B5EF4-FFF2-40B4-BE49-F238E27FC236}">
                <a16:creationId xmlns:a16="http://schemas.microsoft.com/office/drawing/2014/main" id="{173C2F34-C098-3FF4-A356-9A5AE8AC246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34963" y="337495"/>
            <a:ext cx="1174240" cy="358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505067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9_Closing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rainbow colored light on a white background&#10;&#10;Description automatically generated">
            <a:extLst>
              <a:ext uri="{FF2B5EF4-FFF2-40B4-BE49-F238E27FC236}">
                <a16:creationId xmlns:a16="http://schemas.microsoft.com/office/drawing/2014/main" id="{36586134-C8EC-543F-9A46-09509090B25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1140113" y="1500192"/>
            <a:ext cx="6858000" cy="3857625"/>
          </a:xfrm>
          <a:prstGeom prst="rect">
            <a:avLst/>
          </a:prstGeom>
        </p:spPr>
      </p:pic>
      <p:pic>
        <p:nvPicPr>
          <p:cNvPr id="2" name="Picture 8">
            <a:extLst>
              <a:ext uri="{FF2B5EF4-FFF2-40B4-BE49-F238E27FC236}">
                <a16:creationId xmlns:a16="http://schemas.microsoft.com/office/drawing/2014/main" id="{261D619C-3FF1-3ED8-A8F2-07E95F19960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52354" y="3256297"/>
            <a:ext cx="1129053" cy="34445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ADE8DD1-069F-97B2-E9C6-5610B87649B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326471" y="0"/>
            <a:ext cx="4655186" cy="70173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>
              <a:lnSpc>
                <a:spcPts val="3000"/>
              </a:lnSpc>
              <a:defRPr/>
            </a:pPr>
            <a:r>
              <a:rPr lang="en-US" sz="2400" noProof="1">
                <a:solidFill>
                  <a:schemeClr val="accent6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Tack</a:t>
            </a:r>
          </a:p>
          <a:p>
            <a:pPr algn="r">
              <a:lnSpc>
                <a:spcPts val="3000"/>
              </a:lnSpc>
              <a:defRPr/>
            </a:pPr>
            <a:r>
              <a:rPr lang="en-US" sz="2400" noProof="1">
                <a:solidFill>
                  <a:schemeClr val="accent6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ಧನ್ಯವಾದಗಳು</a:t>
            </a:r>
          </a:p>
          <a:p>
            <a:pPr algn="r">
              <a:lnSpc>
                <a:spcPts val="3000"/>
              </a:lnSpc>
              <a:defRPr/>
            </a:pPr>
            <a:r>
              <a:rPr lang="en-US" sz="2400" noProof="1">
                <a:solidFill>
                  <a:schemeClr val="accent6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Merci</a:t>
            </a:r>
          </a:p>
          <a:p>
            <a:pPr algn="r">
              <a:lnSpc>
                <a:spcPts val="3000"/>
              </a:lnSpc>
              <a:defRPr/>
            </a:pPr>
            <a:r>
              <a:rPr lang="en-US" sz="2400" noProof="1">
                <a:solidFill>
                  <a:schemeClr val="accent6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Danke</a:t>
            </a:r>
          </a:p>
          <a:p>
            <a:pPr algn="r">
              <a:lnSpc>
                <a:spcPts val="3000"/>
              </a:lnSpc>
              <a:defRPr/>
            </a:pPr>
            <a:r>
              <a:rPr lang="en-US" sz="2400" noProof="1">
                <a:solidFill>
                  <a:schemeClr val="accent6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Gracias</a:t>
            </a:r>
            <a:br>
              <a:rPr lang="en-US" sz="2400" noProof="1">
                <a:solidFill>
                  <a:schemeClr val="accent6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noProof="1">
                <a:solidFill>
                  <a:schemeClr val="accent6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Grazie</a:t>
            </a:r>
          </a:p>
          <a:p>
            <a:pPr algn="r">
              <a:lnSpc>
                <a:spcPts val="3000"/>
              </a:lnSpc>
              <a:defRPr/>
            </a:pPr>
            <a:r>
              <a:rPr lang="en-US" sz="2400" noProof="1">
                <a:solidFill>
                  <a:schemeClr val="accent6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谢谢</a:t>
            </a:r>
          </a:p>
          <a:p>
            <a:pPr algn="r">
              <a:lnSpc>
                <a:spcPts val="3000"/>
              </a:lnSpc>
              <a:defRPr/>
            </a:pPr>
            <a:r>
              <a:rPr lang="en-US" sz="2400" noProof="1">
                <a:solidFill>
                  <a:schemeClr val="accent6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ありがとう</a:t>
            </a:r>
          </a:p>
          <a:p>
            <a:pPr marL="0" marR="0" lvl="0" indent="0" algn="r" defTabSz="914400" rtl="0" eaLnBrk="0" fontAlgn="base" latinLnBrk="0" hangingPunct="0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400" noProof="1">
                <a:solidFill>
                  <a:schemeClr val="accent6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Asante</a:t>
            </a:r>
          </a:p>
          <a:p>
            <a:pPr marL="0" marR="0" lvl="0" indent="0" algn="r" defTabSz="914400" rtl="0" eaLnBrk="0" fontAlgn="base" latinLnBrk="0" hangingPunct="0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400" noProof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  <a:p>
            <a:pPr algn="r">
              <a:lnSpc>
                <a:spcPts val="3000"/>
              </a:lnSpc>
              <a:defRPr/>
            </a:pPr>
            <a:r>
              <a:rPr lang="en-US" sz="2400" noProof="1">
                <a:solidFill>
                  <a:schemeClr val="accent6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감사합니다</a:t>
            </a:r>
          </a:p>
          <a:p>
            <a:pPr algn="r">
              <a:lnSpc>
                <a:spcPts val="3000"/>
              </a:lnSpc>
              <a:defRPr/>
            </a:pPr>
            <a:r>
              <a:rPr lang="en-US" sz="2400" noProof="1">
                <a:solidFill>
                  <a:schemeClr val="accent6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धन्यवाद</a:t>
            </a:r>
          </a:p>
          <a:p>
            <a:pPr marL="0" marR="0" lvl="0" indent="0" algn="r" defTabSz="914400" rtl="0" eaLnBrk="0" fontAlgn="base" latinLnBrk="0" hangingPunct="0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400" noProof="1">
                <a:solidFill>
                  <a:schemeClr val="accent6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Kiitos</a:t>
            </a:r>
          </a:p>
          <a:p>
            <a:pPr algn="r">
              <a:lnSpc>
                <a:spcPts val="3000"/>
              </a:lnSpc>
              <a:defRPr/>
            </a:pPr>
            <a:r>
              <a:rPr lang="en-US" sz="2400" kern="1200" noProof="1">
                <a:solidFill>
                  <a:schemeClr val="accent6">
                    <a:alpha val="25000"/>
                  </a:schemeClr>
                </a:solidFill>
                <a:latin typeface="Arial" panose="020B0604020202020204" pitchFamily="34" charset="0"/>
                <a:ea typeface="ＭＳ Ｐゴシック" charset="-128"/>
                <a:cs typeface="Arial" panose="020B0604020202020204" pitchFamily="34" charset="0"/>
              </a:rPr>
              <a:t>شكرًا</a:t>
            </a:r>
          </a:p>
          <a:p>
            <a:pPr algn="r">
              <a:lnSpc>
                <a:spcPts val="3000"/>
              </a:lnSpc>
              <a:defRPr/>
            </a:pPr>
            <a:r>
              <a:rPr lang="en-US" sz="2400" noProof="1">
                <a:solidFill>
                  <a:schemeClr val="accent6">
                    <a:alpha val="25000"/>
                  </a:schemeClr>
                </a:solidFill>
                <a:latin typeface="Arial" panose="020B0604020202020204" pitchFamily="34" charset="0"/>
              </a:rPr>
              <a:t>ধন্যবাদ</a:t>
            </a:r>
            <a:br>
              <a:rPr lang="en-US" sz="2400" noProof="1">
                <a:solidFill>
                  <a:schemeClr val="accent6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noProof="1">
                <a:solidFill>
                  <a:schemeClr val="accent6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תודה</a:t>
            </a:r>
          </a:p>
          <a:p>
            <a:pPr marL="0" marR="0" lvl="0" indent="0" algn="r" defTabSz="914400" rtl="0" eaLnBrk="0" fontAlgn="base" latinLnBrk="0" hangingPunct="0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0" i="0" noProof="1">
                <a:solidFill>
                  <a:schemeClr val="accent6">
                    <a:alpha val="25000"/>
                  </a:schemeClr>
                </a:solidFill>
                <a:effectLst/>
                <a:latin typeface="Arial" panose="020B0604020202020204" pitchFamily="34" charset="0"/>
              </a:rPr>
              <a:t>ధన్యవాదములు</a:t>
            </a:r>
          </a:p>
          <a:p>
            <a:pPr marL="0" marR="0" lvl="0" indent="0" algn="r" defTabSz="914400" rtl="0" eaLnBrk="0" fontAlgn="base" latinLnBrk="0" hangingPunct="0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0" i="0" noProof="1">
                <a:solidFill>
                  <a:schemeClr val="accent6">
                    <a:alpha val="25000"/>
                  </a:schemeClr>
                </a:solidFill>
                <a:effectLst/>
                <a:latin typeface="Arial" panose="020B0604020202020204" pitchFamily="34" charset="0"/>
              </a:rPr>
              <a:t>Köszönöm</a:t>
            </a:r>
          </a:p>
        </p:txBody>
      </p:sp>
    </p:spTree>
    <p:extLst>
      <p:ext uri="{BB962C8B-B14F-4D97-AF65-F5344CB8AC3E}">
        <p14:creationId xmlns:p14="http://schemas.microsoft.com/office/powerpoint/2010/main" val="117727968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_Closing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ainbow colored light on a white background&#10;&#10;Description automatically generated">
            <a:extLst>
              <a:ext uri="{FF2B5EF4-FFF2-40B4-BE49-F238E27FC236}">
                <a16:creationId xmlns:a16="http://schemas.microsoft.com/office/drawing/2014/main" id="{B73A29E6-E9F1-5B2F-2688-7663FBD23B1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1140113" y="1500192"/>
            <a:ext cx="6858000" cy="385762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F9E4EE0-1E94-ABC1-F835-25183B1E6DF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34963" y="5662851"/>
            <a:ext cx="2658035" cy="861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l">
              <a:defRPr/>
            </a:pPr>
            <a:r>
              <a:rPr lang="en-US" sz="80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Arm trademarks featured in this presentation are registered trademarks or trademarks of Arm Limited </a:t>
            </a:r>
            <a:br>
              <a:rPr lang="en-US" sz="80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80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(or its subsidiaries) in the US and/or elsewhere. All rights reserved. All other marks featured may be trademarks of their respective owners.</a:t>
            </a:r>
          </a:p>
          <a:p>
            <a:pPr algn="l">
              <a:defRPr/>
            </a:pPr>
            <a:br>
              <a:rPr lang="en-US" sz="800" noProof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800" noProof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www.arm.com/company/policies/trademarks</a:t>
            </a:r>
          </a:p>
        </p:txBody>
      </p:sp>
      <p:pic>
        <p:nvPicPr>
          <p:cNvPr id="4" name="Picture 8">
            <a:extLst>
              <a:ext uri="{FF2B5EF4-FFF2-40B4-BE49-F238E27FC236}">
                <a16:creationId xmlns:a16="http://schemas.microsoft.com/office/drawing/2014/main" id="{704BD083-B9DE-015E-8172-3DBA1E572DD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52354" y="3256297"/>
            <a:ext cx="1129053" cy="344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412571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 Column Slide with TOP level Bull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79425" y="476250"/>
            <a:ext cx="11233150" cy="654760"/>
          </a:xfrm>
        </p:spPr>
        <p:txBody>
          <a:bodyPr anchor="t"/>
          <a:lstStyle>
            <a:lvl1pPr>
              <a:defRPr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idx="1" hasCustomPrompt="1"/>
          </p:nvPr>
        </p:nvSpPr>
        <p:spPr>
          <a:xfrm>
            <a:off x="479425" y="1171111"/>
            <a:ext cx="11233150" cy="4086225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charset="0"/>
              <a:buChar char="•"/>
              <a:defRPr sz="2400">
                <a:solidFill>
                  <a:schemeClr val="tx2"/>
                </a:solidFill>
              </a:defRPr>
            </a:lvl1pPr>
            <a:lvl2pPr marL="672783">
              <a:lnSpc>
                <a:spcPct val="100000"/>
              </a:lnSpc>
              <a:spcAft>
                <a:spcPts val="0"/>
              </a:spcAft>
              <a:defRPr sz="2000">
                <a:solidFill>
                  <a:schemeClr val="tx2"/>
                </a:solidFill>
              </a:defRPr>
            </a:lvl2pPr>
            <a:lvl3pPr marL="947103">
              <a:lnSpc>
                <a:spcPct val="100000"/>
              </a:lnSpc>
              <a:spcAft>
                <a:spcPts val="0"/>
              </a:spcAft>
              <a:defRPr sz="1800">
                <a:solidFill>
                  <a:schemeClr val="tx2"/>
                </a:solidFill>
              </a:defRPr>
            </a:lvl3pPr>
            <a:lvl4pPr marL="1293178">
              <a:lnSpc>
                <a:spcPct val="100000"/>
              </a:lnSpc>
              <a:spcAft>
                <a:spcPts val="0"/>
              </a:spcAft>
              <a:defRPr sz="1800">
                <a:solidFill>
                  <a:schemeClr val="tx2"/>
                </a:solidFill>
              </a:defRPr>
            </a:lvl4pPr>
            <a:lvl5pPr marL="1518603">
              <a:lnSpc>
                <a:spcPct val="100000"/>
              </a:lnSpc>
              <a:spcAft>
                <a:spcPts val="0"/>
              </a:spcAft>
              <a:defRPr sz="1800"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noProof="0" dirty="0"/>
              <a:t>Click to edit Master text styles with Top Level Bullet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6393093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2 column sli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3E00537-4172-4053-A616-87E429C679AC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620481"/>
            <a:ext cx="0" cy="451520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79425" y="478302"/>
            <a:ext cx="11233150" cy="51283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4" name="Text Placeholder 43"/>
          <p:cNvSpPr>
            <a:spLocks noGrp="1"/>
          </p:cNvSpPr>
          <p:nvPr>
            <p:ph type="body" sz="quarter" idx="13" hasCustomPrompt="1"/>
          </p:nvPr>
        </p:nvSpPr>
        <p:spPr>
          <a:xfrm>
            <a:off x="479425" y="991131"/>
            <a:ext cx="11233150" cy="359204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ext Placeholder 131"/>
          <p:cNvSpPr>
            <a:spLocks noGrp="1"/>
          </p:cNvSpPr>
          <p:nvPr>
            <p:ph type="body" sz="quarter" idx="16" hasCustomPrompt="1"/>
          </p:nvPr>
        </p:nvSpPr>
        <p:spPr>
          <a:xfrm>
            <a:off x="479425" y="1620481"/>
            <a:ext cx="5345642" cy="560696"/>
          </a:xfrm>
        </p:spPr>
        <p:txBody>
          <a:bodyPr anchor="t" anchorCtr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9"/>
          </p:nvPr>
        </p:nvSpPr>
        <p:spPr>
          <a:xfrm>
            <a:off x="477587" y="2202443"/>
            <a:ext cx="5347480" cy="3933245"/>
          </a:xfrm>
        </p:spPr>
        <p:txBody>
          <a:bodyPr/>
          <a:lstStyle>
            <a:lvl1pPr marL="342900" indent="-34290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charset="0"/>
              <a:buChar char="•"/>
              <a:defRPr sz="2000"/>
            </a:lvl1pPr>
            <a:lvl2pPr marL="581343">
              <a:lnSpc>
                <a:spcPct val="100000"/>
              </a:lnSpc>
              <a:spcAft>
                <a:spcPts val="0"/>
              </a:spcAft>
              <a:buClr>
                <a:schemeClr val="accent1"/>
              </a:buClr>
              <a:defRPr>
                <a:solidFill>
                  <a:srgbClr val="383838"/>
                </a:solidFill>
              </a:defRPr>
            </a:lvl2pPr>
            <a:lvl3pPr marL="947103">
              <a:lnSpc>
                <a:spcPct val="100000"/>
              </a:lnSpc>
              <a:spcAft>
                <a:spcPts val="0"/>
              </a:spcAft>
              <a:buClr>
                <a:schemeClr val="accent1"/>
              </a:buClr>
              <a:defRPr>
                <a:solidFill>
                  <a:srgbClr val="383838"/>
                </a:solidFill>
              </a:defRPr>
            </a:lvl3pPr>
            <a:lvl4pPr marL="1293178" indent="-173038">
              <a:lnSpc>
                <a:spcPct val="100000"/>
              </a:lnSpc>
              <a:spcAft>
                <a:spcPts val="0"/>
              </a:spcAft>
              <a:buClr>
                <a:schemeClr val="accent1"/>
              </a:buClr>
              <a:buFont typeface="Arial" charset="0"/>
              <a:buChar char="•"/>
              <a:defRPr>
                <a:solidFill>
                  <a:srgbClr val="383838"/>
                </a:solidFill>
              </a:defRPr>
            </a:lvl4pPr>
            <a:lvl5pPr marL="1518603">
              <a:lnSpc>
                <a:spcPct val="100000"/>
              </a:lnSpc>
              <a:spcAft>
                <a:spcPts val="0"/>
              </a:spcAft>
              <a:buClr>
                <a:schemeClr val="accent1"/>
              </a:buClr>
              <a:defRPr>
                <a:solidFill>
                  <a:srgbClr val="383838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131"/>
          <p:cNvSpPr>
            <a:spLocks noGrp="1"/>
          </p:cNvSpPr>
          <p:nvPr>
            <p:ph type="body" sz="quarter" idx="18" hasCustomPrompt="1"/>
          </p:nvPr>
        </p:nvSpPr>
        <p:spPr>
          <a:xfrm>
            <a:off x="6341534" y="1620481"/>
            <a:ext cx="5371042" cy="560696"/>
          </a:xfrm>
        </p:spPr>
        <p:txBody>
          <a:bodyPr anchor="t" anchorCtr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21" hasCustomPrompt="1"/>
          </p:nvPr>
        </p:nvSpPr>
        <p:spPr>
          <a:xfrm>
            <a:off x="6339947" y="2202442"/>
            <a:ext cx="5372628" cy="3933246"/>
          </a:xfrm>
        </p:spPr>
        <p:txBody>
          <a:bodyPr/>
          <a:lstStyle>
            <a:lvl1pPr marL="342900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charset="0"/>
              <a:buChar char="•"/>
              <a:defRPr sz="2000"/>
            </a:lvl1pPr>
            <a:lvl2pPr marL="581343">
              <a:lnSpc>
                <a:spcPct val="100000"/>
              </a:lnSpc>
              <a:spcAft>
                <a:spcPts val="0"/>
              </a:spcAft>
              <a:buClr>
                <a:schemeClr val="accent1"/>
              </a:buClr>
              <a:defRPr>
                <a:solidFill>
                  <a:srgbClr val="383838"/>
                </a:solidFill>
              </a:defRPr>
            </a:lvl2pPr>
            <a:lvl3pPr marL="947103">
              <a:lnSpc>
                <a:spcPct val="100000"/>
              </a:lnSpc>
              <a:spcAft>
                <a:spcPts val="0"/>
              </a:spcAft>
              <a:buClr>
                <a:schemeClr val="accent1"/>
              </a:buClr>
              <a:defRPr>
                <a:solidFill>
                  <a:srgbClr val="383838"/>
                </a:solidFill>
              </a:defRPr>
            </a:lvl3pPr>
            <a:lvl4pPr marL="1293178" indent="-173038">
              <a:lnSpc>
                <a:spcPct val="100000"/>
              </a:lnSpc>
              <a:spcAft>
                <a:spcPts val="0"/>
              </a:spcAft>
              <a:buClr>
                <a:schemeClr val="accent1"/>
              </a:buClr>
              <a:buFont typeface="Arial" charset="0"/>
              <a:buChar char="•"/>
              <a:defRPr>
                <a:solidFill>
                  <a:srgbClr val="383838"/>
                </a:solidFill>
              </a:defRPr>
            </a:lvl4pPr>
            <a:lvl5pPr marL="1518603">
              <a:lnSpc>
                <a:spcPct val="100000"/>
              </a:lnSpc>
              <a:spcAft>
                <a:spcPts val="0"/>
              </a:spcAft>
              <a:buClr>
                <a:schemeClr val="accent1"/>
              </a:buClr>
              <a:defRPr>
                <a:solidFill>
                  <a:srgbClr val="383838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6971617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6_Section Divider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F00B8D7C-44A6-5B7F-37C4-32A31072C4F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EBA5CBF-D6E1-B78D-F819-958659F344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679" y="1510375"/>
            <a:ext cx="5733288" cy="2075688"/>
          </a:xfrm>
        </p:spPr>
        <p:txBody>
          <a:bodyPr anchor="b" anchorCtr="0"/>
          <a:lstStyle>
            <a:lvl1pPr algn="l">
              <a:lnSpc>
                <a:spcPct val="85000"/>
              </a:lnSpc>
              <a:defRPr sz="4000" b="0" spc="-1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Title style</a:t>
            </a:r>
            <a:br>
              <a:rPr lang="en-US" dirty="0"/>
            </a:br>
            <a:r>
              <a:rPr lang="en-US" dirty="0"/>
              <a:t>Line 3</a:t>
            </a:r>
            <a:br>
              <a:rPr lang="en-US" dirty="0"/>
            </a:br>
            <a:r>
              <a:rPr lang="en-US" dirty="0"/>
              <a:t>Line 4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C6E3DC-972F-62B3-9E08-06619B00123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0678" y="3788370"/>
            <a:ext cx="5736792" cy="702444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000">
                <a:solidFill>
                  <a:schemeClr val="bg2"/>
                </a:solidFill>
              </a:defRPr>
            </a:lvl1pPr>
            <a:lvl2pPr marL="457200" marR="0" indent="0" algn="r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edit subtitle style</a:t>
            </a:r>
            <a:endParaRPr lang="en-GB" dirty="0"/>
          </a:p>
        </p:txBody>
      </p:sp>
      <p:sp>
        <p:nvSpPr>
          <p:cNvPr id="4" name="Text Placeholder 28">
            <a:extLst>
              <a:ext uri="{FF2B5EF4-FFF2-40B4-BE49-F238E27FC236}">
                <a16:creationId xmlns:a16="http://schemas.microsoft.com/office/drawing/2014/main" id="{AB8FC761-48C1-0B41-C76D-7ED7EE5C1EA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678" y="6311068"/>
            <a:ext cx="2881312" cy="213557"/>
          </a:xfrm>
        </p:spPr>
        <p:txBody>
          <a:bodyPr anchor="t"/>
          <a:lstStyle>
            <a:lvl1pPr marL="0" indent="0" algn="l">
              <a:spcAft>
                <a:spcPts val="600"/>
              </a:spcAft>
              <a:buFontTx/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5" name="Text Placeholder 28">
            <a:extLst>
              <a:ext uri="{FF2B5EF4-FFF2-40B4-BE49-F238E27FC236}">
                <a16:creationId xmlns:a16="http://schemas.microsoft.com/office/drawing/2014/main" id="{5CF4A44A-4298-863E-FC69-36B0A1E251C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678" y="6040944"/>
            <a:ext cx="2881312" cy="209279"/>
          </a:xfrm>
        </p:spPr>
        <p:txBody>
          <a:bodyPr anchor="t"/>
          <a:lstStyle>
            <a:lvl1pPr marL="0" indent="0" algn="l">
              <a:spcAft>
                <a:spcPts val="600"/>
              </a:spcAft>
              <a:buFontTx/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Author Name</a:t>
            </a:r>
          </a:p>
        </p:txBody>
      </p:sp>
      <p:sp>
        <p:nvSpPr>
          <p:cNvPr id="6" name="TextBox 26">
            <a:extLst>
              <a:ext uri="{FF2B5EF4-FFF2-40B4-BE49-F238E27FC236}">
                <a16:creationId xmlns:a16="http://schemas.microsoft.com/office/drawing/2014/main" id="{5FD91979-AA2E-D861-9691-AEC93BBC963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544299" y="6574374"/>
            <a:ext cx="312738" cy="110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fld id="{2682C2D1-8EA8-E748-B66F-74D4D53CF8F8}" type="slidenum">
              <a:rPr lang="en-US" altLang="en-US" sz="800" b="0" i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lnSpc>
                  <a:spcPct val="90000"/>
                </a:lnSpc>
                <a:spcAft>
                  <a:spcPts val="600"/>
                </a:spcAft>
                <a:buFont typeface="Arial" charset="0"/>
                <a:buNone/>
                <a:defRPr/>
              </a:pPr>
              <a:t>‹#›</a:t>
            </a:fld>
            <a:endParaRPr lang="en-US" alt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20">
            <a:extLst>
              <a:ext uri="{FF2B5EF4-FFF2-40B4-BE49-F238E27FC236}">
                <a16:creationId xmlns:a16="http://schemas.microsoft.com/office/drawing/2014/main" id="{3F69861B-E0D0-9572-3879-5F969D0E21F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991884" y="6576910"/>
            <a:ext cx="4636741" cy="110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r>
              <a:rPr lang="en-GB" altLang="en-US" sz="800" b="0" i="0" dirty="0">
                <a:solidFill>
                  <a:schemeClr val="bg2">
                    <a:alpha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 Arm</a:t>
            </a:r>
          </a:p>
        </p:txBody>
      </p:sp>
      <p:pic>
        <p:nvPicPr>
          <p:cNvPr id="7" name="Picture 11">
            <a:extLst>
              <a:ext uri="{FF2B5EF4-FFF2-40B4-BE49-F238E27FC236}">
                <a16:creationId xmlns:a16="http://schemas.microsoft.com/office/drawing/2014/main" id="{DE710A64-B222-9BC9-9110-2AF30A60018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34963" y="337495"/>
            <a:ext cx="1174240" cy="358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251349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0_Section Divider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E7F0CCD5-1073-94D8-28C7-67498686579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EBA5CBF-D6E1-B78D-F819-958659F344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679" y="1510375"/>
            <a:ext cx="5733288" cy="2075688"/>
          </a:xfrm>
        </p:spPr>
        <p:txBody>
          <a:bodyPr anchor="b" anchorCtr="0"/>
          <a:lstStyle>
            <a:lvl1pPr algn="l">
              <a:lnSpc>
                <a:spcPct val="85000"/>
              </a:lnSpc>
              <a:defRPr sz="4000" b="0" spc="-1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Title style</a:t>
            </a:r>
            <a:br>
              <a:rPr lang="en-US" dirty="0"/>
            </a:br>
            <a:r>
              <a:rPr lang="en-US" dirty="0"/>
              <a:t>Line 3</a:t>
            </a:r>
            <a:br>
              <a:rPr lang="en-US" dirty="0"/>
            </a:br>
            <a:r>
              <a:rPr lang="en-US" dirty="0"/>
              <a:t>Line 4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C6E3DC-972F-62B3-9E08-06619B00123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0678" y="3788370"/>
            <a:ext cx="5736792" cy="702444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000">
                <a:solidFill>
                  <a:schemeClr val="bg2"/>
                </a:solidFill>
              </a:defRPr>
            </a:lvl1pPr>
            <a:lvl2pPr marL="457200" marR="0" indent="0" algn="r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edit subtitle style</a:t>
            </a:r>
            <a:endParaRPr lang="en-GB" dirty="0"/>
          </a:p>
        </p:txBody>
      </p:sp>
      <p:sp>
        <p:nvSpPr>
          <p:cNvPr id="4" name="Text Placeholder 28">
            <a:extLst>
              <a:ext uri="{FF2B5EF4-FFF2-40B4-BE49-F238E27FC236}">
                <a16:creationId xmlns:a16="http://schemas.microsoft.com/office/drawing/2014/main" id="{AB8FC761-48C1-0B41-C76D-7ED7EE5C1EA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678" y="6311068"/>
            <a:ext cx="2881312" cy="213557"/>
          </a:xfrm>
        </p:spPr>
        <p:txBody>
          <a:bodyPr anchor="t"/>
          <a:lstStyle>
            <a:lvl1pPr marL="0" indent="0" algn="l">
              <a:spcAft>
                <a:spcPts val="600"/>
              </a:spcAft>
              <a:buFontTx/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5" name="Text Placeholder 28">
            <a:extLst>
              <a:ext uri="{FF2B5EF4-FFF2-40B4-BE49-F238E27FC236}">
                <a16:creationId xmlns:a16="http://schemas.microsoft.com/office/drawing/2014/main" id="{5CF4A44A-4298-863E-FC69-36B0A1E251C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678" y="6040944"/>
            <a:ext cx="2881312" cy="209279"/>
          </a:xfrm>
        </p:spPr>
        <p:txBody>
          <a:bodyPr anchor="t"/>
          <a:lstStyle>
            <a:lvl1pPr marL="0" indent="0" algn="l">
              <a:spcAft>
                <a:spcPts val="600"/>
              </a:spcAft>
              <a:buFontTx/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Author Name</a:t>
            </a:r>
          </a:p>
        </p:txBody>
      </p:sp>
      <p:sp>
        <p:nvSpPr>
          <p:cNvPr id="6" name="TextBox 26">
            <a:extLst>
              <a:ext uri="{FF2B5EF4-FFF2-40B4-BE49-F238E27FC236}">
                <a16:creationId xmlns:a16="http://schemas.microsoft.com/office/drawing/2014/main" id="{5FD91979-AA2E-D861-9691-AEC93BBC963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544299" y="6574374"/>
            <a:ext cx="312738" cy="110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fld id="{2682C2D1-8EA8-E748-B66F-74D4D53CF8F8}" type="slidenum">
              <a:rPr lang="en-US" altLang="en-US" sz="800" b="0" i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lnSpc>
                  <a:spcPct val="90000"/>
                </a:lnSpc>
                <a:spcAft>
                  <a:spcPts val="600"/>
                </a:spcAft>
                <a:buFont typeface="Arial" charset="0"/>
                <a:buNone/>
                <a:defRPr/>
              </a:pPr>
              <a:t>‹#›</a:t>
            </a:fld>
            <a:endParaRPr lang="en-US" alt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20">
            <a:extLst>
              <a:ext uri="{FF2B5EF4-FFF2-40B4-BE49-F238E27FC236}">
                <a16:creationId xmlns:a16="http://schemas.microsoft.com/office/drawing/2014/main" id="{3F69861B-E0D0-9572-3879-5F969D0E21F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991884" y="6576910"/>
            <a:ext cx="4636741" cy="110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r>
              <a:rPr lang="en-GB" altLang="en-US" sz="800" b="0" i="0" dirty="0">
                <a:solidFill>
                  <a:schemeClr val="bg2">
                    <a:alpha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 Arm</a:t>
            </a:r>
          </a:p>
        </p:txBody>
      </p:sp>
      <p:pic>
        <p:nvPicPr>
          <p:cNvPr id="7" name="Picture 11">
            <a:extLst>
              <a:ext uri="{FF2B5EF4-FFF2-40B4-BE49-F238E27FC236}">
                <a16:creationId xmlns:a16="http://schemas.microsoft.com/office/drawing/2014/main" id="{DE710A64-B222-9BC9-9110-2AF30A60018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34963" y="337495"/>
            <a:ext cx="1174240" cy="358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40221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8_Section Divider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24DF13C-CEF9-9574-2804-C3448105D35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EBA5CBF-D6E1-B78D-F819-958659F344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679" y="1510375"/>
            <a:ext cx="5736792" cy="2075688"/>
          </a:xfrm>
        </p:spPr>
        <p:txBody>
          <a:bodyPr anchor="b" anchorCtr="0"/>
          <a:lstStyle>
            <a:lvl1pPr algn="l">
              <a:lnSpc>
                <a:spcPct val="85000"/>
              </a:lnSpc>
              <a:defRPr sz="4000" b="0" spc="-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Title style</a:t>
            </a:r>
            <a:br>
              <a:rPr lang="en-US" dirty="0"/>
            </a:br>
            <a:r>
              <a:rPr lang="en-US" dirty="0"/>
              <a:t>Line 3</a:t>
            </a:r>
            <a:br>
              <a:rPr lang="en-US" dirty="0"/>
            </a:br>
            <a:r>
              <a:rPr lang="en-US" dirty="0"/>
              <a:t>Line 4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C6E3DC-972F-62B3-9E08-06619B00123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0678" y="3788370"/>
            <a:ext cx="5736792" cy="702444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000">
                <a:solidFill>
                  <a:schemeClr val="tx2"/>
                </a:solidFill>
              </a:defRPr>
            </a:lvl1pPr>
            <a:lvl2pPr marL="457200" marR="0" indent="0" algn="r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edit subtitle style</a:t>
            </a:r>
            <a:endParaRPr lang="en-GB" dirty="0"/>
          </a:p>
        </p:txBody>
      </p:sp>
      <p:sp>
        <p:nvSpPr>
          <p:cNvPr id="4" name="Text Placeholder 28">
            <a:extLst>
              <a:ext uri="{FF2B5EF4-FFF2-40B4-BE49-F238E27FC236}">
                <a16:creationId xmlns:a16="http://schemas.microsoft.com/office/drawing/2014/main" id="{AB8FC761-48C1-0B41-C76D-7ED7EE5C1EA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678" y="6311068"/>
            <a:ext cx="2881312" cy="213557"/>
          </a:xfrm>
        </p:spPr>
        <p:txBody>
          <a:bodyPr anchor="t"/>
          <a:lstStyle>
            <a:lvl1pPr marL="0" indent="0" algn="l">
              <a:spcAft>
                <a:spcPts val="600"/>
              </a:spcAft>
              <a:buFontTx/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5" name="Text Placeholder 28">
            <a:extLst>
              <a:ext uri="{FF2B5EF4-FFF2-40B4-BE49-F238E27FC236}">
                <a16:creationId xmlns:a16="http://schemas.microsoft.com/office/drawing/2014/main" id="{5CF4A44A-4298-863E-FC69-36B0A1E251C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678" y="6040944"/>
            <a:ext cx="2881312" cy="209279"/>
          </a:xfrm>
        </p:spPr>
        <p:txBody>
          <a:bodyPr anchor="t"/>
          <a:lstStyle>
            <a:lvl1pPr marL="0" indent="0" algn="l">
              <a:spcAft>
                <a:spcPts val="600"/>
              </a:spcAft>
              <a:buFontTx/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Author Name</a:t>
            </a:r>
          </a:p>
        </p:txBody>
      </p:sp>
      <p:sp>
        <p:nvSpPr>
          <p:cNvPr id="6" name="TextBox 26">
            <a:extLst>
              <a:ext uri="{FF2B5EF4-FFF2-40B4-BE49-F238E27FC236}">
                <a16:creationId xmlns:a16="http://schemas.microsoft.com/office/drawing/2014/main" id="{5FD91979-AA2E-D861-9691-AEC93BBC96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44299" y="6574374"/>
            <a:ext cx="312738" cy="110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fld id="{2682C2D1-8EA8-E748-B66F-74D4D53CF8F8}" type="slidenum">
              <a:rPr lang="en-US" altLang="en-US" sz="800" b="0" i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lnSpc>
                  <a:spcPct val="90000"/>
                </a:lnSpc>
                <a:spcAft>
                  <a:spcPts val="600"/>
                </a:spcAft>
                <a:buFont typeface="Arial" charset="0"/>
                <a:buNone/>
                <a:defRPr/>
              </a:pPr>
              <a:t>‹#›</a:t>
            </a:fld>
            <a:endParaRPr lang="en-US" alt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20">
            <a:extLst>
              <a:ext uri="{FF2B5EF4-FFF2-40B4-BE49-F238E27FC236}">
                <a16:creationId xmlns:a16="http://schemas.microsoft.com/office/drawing/2014/main" id="{3F69861B-E0D0-9572-3879-5F969D0E21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91884" y="6576910"/>
            <a:ext cx="4636741" cy="110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r>
              <a:rPr lang="en-GB" altLang="en-US" sz="800" b="0" i="0" dirty="0">
                <a:solidFill>
                  <a:schemeClr val="tx1">
                    <a:alpha val="50199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 Arm</a:t>
            </a:r>
          </a:p>
        </p:txBody>
      </p:sp>
      <p:pic>
        <p:nvPicPr>
          <p:cNvPr id="10" name="Picture 8">
            <a:extLst>
              <a:ext uri="{FF2B5EF4-FFF2-40B4-BE49-F238E27FC236}">
                <a16:creationId xmlns:a16="http://schemas.microsoft.com/office/drawing/2014/main" id="{418B7164-E5EA-9C91-E9A0-19002D802CE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52354" y="344745"/>
            <a:ext cx="1129053" cy="344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4605129"/>
      </p:ext>
    </p:extLst>
  </p:cSld>
  <p:clrMapOvr>
    <a:masterClrMapping/>
  </p:clrMapOvr>
  <p:hf hdr="0" ftr="0" dt="0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7_Section Divider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3FC792F-A7B3-821E-36A6-EB6D93EA6D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EBA5CBF-D6E1-B78D-F819-958659F344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679" y="1510375"/>
            <a:ext cx="5736792" cy="2075688"/>
          </a:xfrm>
        </p:spPr>
        <p:txBody>
          <a:bodyPr anchor="b" anchorCtr="0"/>
          <a:lstStyle>
            <a:lvl1pPr algn="l">
              <a:lnSpc>
                <a:spcPct val="85000"/>
              </a:lnSpc>
              <a:defRPr sz="4000" b="0" spc="-1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Title style</a:t>
            </a:r>
            <a:br>
              <a:rPr lang="en-US" dirty="0"/>
            </a:br>
            <a:r>
              <a:rPr lang="en-US" dirty="0"/>
              <a:t>Line 3</a:t>
            </a:r>
            <a:br>
              <a:rPr lang="en-US" dirty="0"/>
            </a:br>
            <a:r>
              <a:rPr lang="en-US" dirty="0"/>
              <a:t>Line 4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C6E3DC-972F-62B3-9E08-06619B00123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0678" y="3788370"/>
            <a:ext cx="5736792" cy="702444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000">
                <a:solidFill>
                  <a:schemeClr val="bg2"/>
                </a:solidFill>
              </a:defRPr>
            </a:lvl1pPr>
            <a:lvl2pPr marL="457200" marR="0" indent="0" algn="r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edit subtitle style</a:t>
            </a:r>
            <a:endParaRPr lang="en-GB" dirty="0"/>
          </a:p>
        </p:txBody>
      </p:sp>
      <p:sp>
        <p:nvSpPr>
          <p:cNvPr id="4" name="Text Placeholder 28">
            <a:extLst>
              <a:ext uri="{FF2B5EF4-FFF2-40B4-BE49-F238E27FC236}">
                <a16:creationId xmlns:a16="http://schemas.microsoft.com/office/drawing/2014/main" id="{AB8FC761-48C1-0B41-C76D-7ED7EE5C1EA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678" y="6311068"/>
            <a:ext cx="2881312" cy="213557"/>
          </a:xfrm>
        </p:spPr>
        <p:txBody>
          <a:bodyPr anchor="t"/>
          <a:lstStyle>
            <a:lvl1pPr marL="0" indent="0" algn="l">
              <a:spcAft>
                <a:spcPts val="600"/>
              </a:spcAft>
              <a:buFontTx/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5" name="Text Placeholder 28">
            <a:extLst>
              <a:ext uri="{FF2B5EF4-FFF2-40B4-BE49-F238E27FC236}">
                <a16:creationId xmlns:a16="http://schemas.microsoft.com/office/drawing/2014/main" id="{5CF4A44A-4298-863E-FC69-36B0A1E251C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678" y="6040944"/>
            <a:ext cx="2881312" cy="209279"/>
          </a:xfrm>
        </p:spPr>
        <p:txBody>
          <a:bodyPr anchor="t"/>
          <a:lstStyle>
            <a:lvl1pPr marL="0" indent="0" algn="l">
              <a:spcAft>
                <a:spcPts val="600"/>
              </a:spcAft>
              <a:buFontTx/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Author Name</a:t>
            </a:r>
          </a:p>
        </p:txBody>
      </p:sp>
      <p:sp>
        <p:nvSpPr>
          <p:cNvPr id="6" name="TextBox 26">
            <a:extLst>
              <a:ext uri="{FF2B5EF4-FFF2-40B4-BE49-F238E27FC236}">
                <a16:creationId xmlns:a16="http://schemas.microsoft.com/office/drawing/2014/main" id="{5FD91979-AA2E-D861-9691-AEC93BBC96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44299" y="6574374"/>
            <a:ext cx="312738" cy="110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fld id="{2682C2D1-8EA8-E748-B66F-74D4D53CF8F8}" type="slidenum">
              <a:rPr lang="en-US" altLang="en-US" sz="800" b="0" i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lnSpc>
                  <a:spcPct val="90000"/>
                </a:lnSpc>
                <a:spcAft>
                  <a:spcPts val="600"/>
                </a:spcAft>
                <a:buFont typeface="Arial" charset="0"/>
                <a:buNone/>
                <a:defRPr/>
              </a:pPr>
              <a:t>‹#›</a:t>
            </a:fld>
            <a:endParaRPr lang="en-US" alt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20">
            <a:extLst>
              <a:ext uri="{FF2B5EF4-FFF2-40B4-BE49-F238E27FC236}">
                <a16:creationId xmlns:a16="http://schemas.microsoft.com/office/drawing/2014/main" id="{3F69861B-E0D0-9572-3879-5F969D0E21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91884" y="6576910"/>
            <a:ext cx="4636741" cy="110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r>
              <a:rPr lang="en-GB" altLang="en-US" sz="800" b="0" i="0" dirty="0">
                <a:solidFill>
                  <a:schemeClr val="bg2">
                    <a:alpha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 Arm</a:t>
            </a:r>
          </a:p>
        </p:txBody>
      </p:sp>
      <p:pic>
        <p:nvPicPr>
          <p:cNvPr id="10" name="Picture 11">
            <a:extLst>
              <a:ext uri="{FF2B5EF4-FFF2-40B4-BE49-F238E27FC236}">
                <a16:creationId xmlns:a16="http://schemas.microsoft.com/office/drawing/2014/main" id="{22297E79-97F4-1585-D38D-67BDFC5E0B6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34963" y="337495"/>
            <a:ext cx="1174240" cy="358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358247"/>
      </p:ext>
    </p:extLst>
  </p:cSld>
  <p:clrMapOvr>
    <a:masterClrMapping/>
  </p:clrMapOvr>
  <p:hf hdr="0" ftr="0" dt="0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9_Section Divider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37F3A66E-D5B4-DFA6-6451-02ACAFE8DA5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EBA5CBF-D6E1-B78D-F819-958659F344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679" y="1510375"/>
            <a:ext cx="5736792" cy="2075688"/>
          </a:xfrm>
        </p:spPr>
        <p:txBody>
          <a:bodyPr anchor="b" anchorCtr="0"/>
          <a:lstStyle>
            <a:lvl1pPr algn="l">
              <a:lnSpc>
                <a:spcPct val="85000"/>
              </a:lnSpc>
              <a:defRPr sz="4000" b="0" spc="-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Title style</a:t>
            </a:r>
            <a:br>
              <a:rPr lang="en-US" dirty="0"/>
            </a:br>
            <a:r>
              <a:rPr lang="en-US" dirty="0"/>
              <a:t>Line 3</a:t>
            </a:r>
            <a:br>
              <a:rPr lang="en-US" dirty="0"/>
            </a:br>
            <a:r>
              <a:rPr lang="en-US" dirty="0"/>
              <a:t>Line 4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C6E3DC-972F-62B3-9E08-06619B00123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0678" y="3788370"/>
            <a:ext cx="5736792" cy="702444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000">
                <a:solidFill>
                  <a:schemeClr val="tx2"/>
                </a:solidFill>
              </a:defRPr>
            </a:lvl1pPr>
            <a:lvl2pPr marL="457200" marR="0" indent="0" algn="r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edit subtitle style</a:t>
            </a:r>
            <a:endParaRPr lang="en-GB" dirty="0"/>
          </a:p>
        </p:txBody>
      </p:sp>
      <p:sp>
        <p:nvSpPr>
          <p:cNvPr id="4" name="Text Placeholder 28">
            <a:extLst>
              <a:ext uri="{FF2B5EF4-FFF2-40B4-BE49-F238E27FC236}">
                <a16:creationId xmlns:a16="http://schemas.microsoft.com/office/drawing/2014/main" id="{AB8FC761-48C1-0B41-C76D-7ED7EE5C1EA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678" y="6311068"/>
            <a:ext cx="2881312" cy="213557"/>
          </a:xfrm>
        </p:spPr>
        <p:txBody>
          <a:bodyPr anchor="t"/>
          <a:lstStyle>
            <a:lvl1pPr marL="0" indent="0" algn="l">
              <a:spcAft>
                <a:spcPts val="600"/>
              </a:spcAft>
              <a:buFontTx/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5" name="Text Placeholder 28">
            <a:extLst>
              <a:ext uri="{FF2B5EF4-FFF2-40B4-BE49-F238E27FC236}">
                <a16:creationId xmlns:a16="http://schemas.microsoft.com/office/drawing/2014/main" id="{5CF4A44A-4298-863E-FC69-36B0A1E251C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678" y="6040944"/>
            <a:ext cx="2881312" cy="209279"/>
          </a:xfrm>
        </p:spPr>
        <p:txBody>
          <a:bodyPr anchor="t"/>
          <a:lstStyle>
            <a:lvl1pPr marL="0" indent="0" algn="l">
              <a:spcAft>
                <a:spcPts val="600"/>
              </a:spcAft>
              <a:buFontTx/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Author Name</a:t>
            </a:r>
          </a:p>
        </p:txBody>
      </p:sp>
      <p:sp>
        <p:nvSpPr>
          <p:cNvPr id="6" name="TextBox 26">
            <a:extLst>
              <a:ext uri="{FF2B5EF4-FFF2-40B4-BE49-F238E27FC236}">
                <a16:creationId xmlns:a16="http://schemas.microsoft.com/office/drawing/2014/main" id="{5FD91979-AA2E-D861-9691-AEC93BBC96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44299" y="6574374"/>
            <a:ext cx="312738" cy="110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fld id="{2682C2D1-8EA8-E748-B66F-74D4D53CF8F8}" type="slidenum">
              <a:rPr lang="en-US" altLang="en-US" sz="800" b="0" i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lnSpc>
                  <a:spcPct val="90000"/>
                </a:lnSpc>
                <a:spcAft>
                  <a:spcPts val="600"/>
                </a:spcAft>
                <a:buFont typeface="Arial" charset="0"/>
                <a:buNone/>
                <a:defRPr/>
              </a:pPr>
              <a:t>‹#›</a:t>
            </a:fld>
            <a:endParaRPr lang="en-US" alt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20">
            <a:extLst>
              <a:ext uri="{FF2B5EF4-FFF2-40B4-BE49-F238E27FC236}">
                <a16:creationId xmlns:a16="http://schemas.microsoft.com/office/drawing/2014/main" id="{3F69861B-E0D0-9572-3879-5F969D0E21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91884" y="6576910"/>
            <a:ext cx="4636741" cy="110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r>
              <a:rPr lang="en-GB" altLang="en-US" sz="800" b="0" i="0" dirty="0">
                <a:solidFill>
                  <a:schemeClr val="tx1">
                    <a:alpha val="50199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 Arm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3EA6A05-47C5-85FA-D47C-F057F4C46E8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52354" y="344745"/>
            <a:ext cx="1129053" cy="344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8820263"/>
      </p:ext>
    </p:extLst>
  </p:cSld>
  <p:clrMapOvr>
    <a:masterClrMapping/>
  </p:clrMapOvr>
  <p:hf hdr="0" ftr="0" dt="0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2_Section Divider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6A81FF7-E763-22B8-522E-FAAF0699113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41" b="41"/>
          <a:stretch/>
        </p:blipFill>
        <p:spPr>
          <a:xfrm>
            <a:off x="1" y="5647"/>
            <a:ext cx="12192000" cy="6852353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51C77175-EEE9-25B1-527F-B9622D6F21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679" y="1510375"/>
            <a:ext cx="5736792" cy="2075688"/>
          </a:xfrm>
        </p:spPr>
        <p:txBody>
          <a:bodyPr anchor="b" anchorCtr="0"/>
          <a:lstStyle>
            <a:lvl1pPr algn="l">
              <a:lnSpc>
                <a:spcPct val="85000"/>
              </a:lnSpc>
              <a:defRPr sz="4000" b="0" spc="-1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Title style</a:t>
            </a:r>
            <a:br>
              <a:rPr lang="en-US" dirty="0"/>
            </a:br>
            <a:r>
              <a:rPr lang="en-US" dirty="0"/>
              <a:t>Line 3</a:t>
            </a:r>
            <a:br>
              <a:rPr lang="en-US" dirty="0"/>
            </a:br>
            <a:r>
              <a:rPr lang="en-US" dirty="0"/>
              <a:t>Line 4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7C068D1C-F77C-7DC1-26D4-A7A885E94BB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0678" y="3788370"/>
            <a:ext cx="5736792" cy="702444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000">
                <a:solidFill>
                  <a:schemeClr val="bg2"/>
                </a:solidFill>
              </a:defRPr>
            </a:lvl1pPr>
            <a:lvl2pPr marL="457200" marR="0" indent="0" algn="r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edit subtitle style</a:t>
            </a:r>
            <a:endParaRPr lang="en-GB" dirty="0"/>
          </a:p>
        </p:txBody>
      </p:sp>
      <p:sp>
        <p:nvSpPr>
          <p:cNvPr id="6" name="Text Placeholder 28">
            <a:extLst>
              <a:ext uri="{FF2B5EF4-FFF2-40B4-BE49-F238E27FC236}">
                <a16:creationId xmlns:a16="http://schemas.microsoft.com/office/drawing/2014/main" id="{10DA7FAA-DCCA-CF1C-ECD1-04C3E040B2C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678" y="6311068"/>
            <a:ext cx="2881312" cy="213557"/>
          </a:xfrm>
        </p:spPr>
        <p:txBody>
          <a:bodyPr anchor="t"/>
          <a:lstStyle>
            <a:lvl1pPr marL="0" indent="0" algn="l">
              <a:spcAft>
                <a:spcPts val="600"/>
              </a:spcAft>
              <a:buFontTx/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7" name="Text Placeholder 28">
            <a:extLst>
              <a:ext uri="{FF2B5EF4-FFF2-40B4-BE49-F238E27FC236}">
                <a16:creationId xmlns:a16="http://schemas.microsoft.com/office/drawing/2014/main" id="{86B7BE92-B2BC-8117-727B-EBD35705FBC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678" y="6040944"/>
            <a:ext cx="2881312" cy="209279"/>
          </a:xfrm>
        </p:spPr>
        <p:txBody>
          <a:bodyPr anchor="t"/>
          <a:lstStyle>
            <a:lvl1pPr marL="0" indent="0" algn="l">
              <a:spcAft>
                <a:spcPts val="600"/>
              </a:spcAft>
              <a:buFontTx/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Author Name</a:t>
            </a:r>
          </a:p>
        </p:txBody>
      </p:sp>
      <p:sp>
        <p:nvSpPr>
          <p:cNvPr id="12" name="TextBox 26">
            <a:extLst>
              <a:ext uri="{FF2B5EF4-FFF2-40B4-BE49-F238E27FC236}">
                <a16:creationId xmlns:a16="http://schemas.microsoft.com/office/drawing/2014/main" id="{4929685A-9556-2EAD-D010-D36407E15F6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544299" y="6574374"/>
            <a:ext cx="312738" cy="110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fld id="{2682C2D1-8EA8-E748-B66F-74D4D53CF8F8}" type="slidenum">
              <a:rPr lang="en-US" altLang="en-US" sz="800" b="0" i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lnSpc>
                  <a:spcPct val="90000"/>
                </a:lnSpc>
                <a:spcAft>
                  <a:spcPts val="600"/>
                </a:spcAft>
                <a:buFont typeface="Arial" charset="0"/>
                <a:buNone/>
                <a:defRPr/>
              </a:pPr>
              <a:t>‹#›</a:t>
            </a:fld>
            <a:endParaRPr lang="en-US" alt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20">
            <a:extLst>
              <a:ext uri="{FF2B5EF4-FFF2-40B4-BE49-F238E27FC236}">
                <a16:creationId xmlns:a16="http://schemas.microsoft.com/office/drawing/2014/main" id="{0AF19F97-28D9-B1FE-922C-2A04C8B49DE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991884" y="6576910"/>
            <a:ext cx="4636741" cy="110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r>
              <a:rPr lang="en-GB" altLang="en-US" sz="800" b="0" i="0" dirty="0">
                <a:solidFill>
                  <a:schemeClr val="bg2">
                    <a:alpha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 Arm</a:t>
            </a:r>
          </a:p>
        </p:txBody>
      </p:sp>
      <p:pic>
        <p:nvPicPr>
          <p:cNvPr id="3" name="Picture 11">
            <a:extLst>
              <a:ext uri="{FF2B5EF4-FFF2-40B4-BE49-F238E27FC236}">
                <a16:creationId xmlns:a16="http://schemas.microsoft.com/office/drawing/2014/main" id="{EF51CC69-967C-8966-C3A1-A3A7A425515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34963" y="337495"/>
            <a:ext cx="1174240" cy="358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997367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3_Section Divider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141C572-1862-64A0-36E2-042BB917906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41" b="41"/>
          <a:stretch/>
        </p:blipFill>
        <p:spPr>
          <a:xfrm>
            <a:off x="0" y="5647"/>
            <a:ext cx="12192000" cy="6852353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51C77175-EEE9-25B1-527F-B9622D6F21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679" y="1510375"/>
            <a:ext cx="5736792" cy="2075688"/>
          </a:xfrm>
        </p:spPr>
        <p:txBody>
          <a:bodyPr anchor="b" anchorCtr="0"/>
          <a:lstStyle>
            <a:lvl1pPr algn="l">
              <a:lnSpc>
                <a:spcPct val="85000"/>
              </a:lnSpc>
              <a:defRPr sz="4000" b="0" spc="-1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Title style</a:t>
            </a:r>
            <a:br>
              <a:rPr lang="en-US" dirty="0"/>
            </a:br>
            <a:r>
              <a:rPr lang="en-US" dirty="0"/>
              <a:t>Line 3</a:t>
            </a:r>
            <a:br>
              <a:rPr lang="en-US" dirty="0"/>
            </a:br>
            <a:r>
              <a:rPr lang="en-US" dirty="0"/>
              <a:t>Line 4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7C068D1C-F77C-7DC1-26D4-A7A885E94BB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0678" y="3788370"/>
            <a:ext cx="5736792" cy="702444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000">
                <a:solidFill>
                  <a:schemeClr val="bg2"/>
                </a:solidFill>
              </a:defRPr>
            </a:lvl1pPr>
            <a:lvl2pPr marL="457200" marR="0" indent="0" algn="r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edit subtitle style</a:t>
            </a:r>
            <a:endParaRPr lang="en-GB" dirty="0"/>
          </a:p>
        </p:txBody>
      </p:sp>
      <p:sp>
        <p:nvSpPr>
          <p:cNvPr id="6" name="Text Placeholder 28">
            <a:extLst>
              <a:ext uri="{FF2B5EF4-FFF2-40B4-BE49-F238E27FC236}">
                <a16:creationId xmlns:a16="http://schemas.microsoft.com/office/drawing/2014/main" id="{10DA7FAA-DCCA-CF1C-ECD1-04C3E040B2C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678" y="6311068"/>
            <a:ext cx="2881312" cy="213557"/>
          </a:xfrm>
        </p:spPr>
        <p:txBody>
          <a:bodyPr anchor="t"/>
          <a:lstStyle>
            <a:lvl1pPr marL="0" indent="0" algn="l">
              <a:spcAft>
                <a:spcPts val="600"/>
              </a:spcAft>
              <a:buFontTx/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7" name="Text Placeholder 28">
            <a:extLst>
              <a:ext uri="{FF2B5EF4-FFF2-40B4-BE49-F238E27FC236}">
                <a16:creationId xmlns:a16="http://schemas.microsoft.com/office/drawing/2014/main" id="{86B7BE92-B2BC-8117-727B-EBD35705FBC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678" y="6040944"/>
            <a:ext cx="2881312" cy="209279"/>
          </a:xfrm>
        </p:spPr>
        <p:txBody>
          <a:bodyPr anchor="t"/>
          <a:lstStyle>
            <a:lvl1pPr marL="0" indent="0" algn="l">
              <a:spcAft>
                <a:spcPts val="600"/>
              </a:spcAft>
              <a:buFontTx/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Author Name</a:t>
            </a:r>
          </a:p>
        </p:txBody>
      </p:sp>
      <p:sp>
        <p:nvSpPr>
          <p:cNvPr id="12" name="TextBox 26">
            <a:extLst>
              <a:ext uri="{FF2B5EF4-FFF2-40B4-BE49-F238E27FC236}">
                <a16:creationId xmlns:a16="http://schemas.microsoft.com/office/drawing/2014/main" id="{4929685A-9556-2EAD-D010-D36407E15F6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544299" y="6574374"/>
            <a:ext cx="312738" cy="110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fld id="{2682C2D1-8EA8-E748-B66F-74D4D53CF8F8}" type="slidenum">
              <a:rPr lang="en-US" altLang="en-US" sz="800" b="0" i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lnSpc>
                  <a:spcPct val="90000"/>
                </a:lnSpc>
                <a:spcAft>
                  <a:spcPts val="600"/>
                </a:spcAft>
                <a:buFont typeface="Arial" charset="0"/>
                <a:buNone/>
                <a:defRPr/>
              </a:pPr>
              <a:t>‹#›</a:t>
            </a:fld>
            <a:endParaRPr lang="en-US" alt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20">
            <a:extLst>
              <a:ext uri="{FF2B5EF4-FFF2-40B4-BE49-F238E27FC236}">
                <a16:creationId xmlns:a16="http://schemas.microsoft.com/office/drawing/2014/main" id="{0AF19F97-28D9-B1FE-922C-2A04C8B49DE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991884" y="6576910"/>
            <a:ext cx="4636741" cy="110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r>
              <a:rPr lang="en-GB" altLang="en-US" sz="800" b="0" i="0" dirty="0">
                <a:solidFill>
                  <a:schemeClr val="bg2">
                    <a:alpha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 Arm</a:t>
            </a:r>
          </a:p>
        </p:txBody>
      </p:sp>
      <p:pic>
        <p:nvPicPr>
          <p:cNvPr id="3" name="Picture 11">
            <a:extLst>
              <a:ext uri="{FF2B5EF4-FFF2-40B4-BE49-F238E27FC236}">
                <a16:creationId xmlns:a16="http://schemas.microsoft.com/office/drawing/2014/main" id="{EF51CC69-967C-8966-C3A1-A3A7A425515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34963" y="337495"/>
            <a:ext cx="1174240" cy="358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2702469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4_Section Divider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141C572-1862-64A0-36E2-042BB917906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41" b="41"/>
          <a:stretch/>
        </p:blipFill>
        <p:spPr>
          <a:xfrm>
            <a:off x="0" y="5647"/>
            <a:ext cx="12192000" cy="6852353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51C77175-EEE9-25B1-527F-B9622D6F21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679" y="1510375"/>
            <a:ext cx="5736792" cy="2075688"/>
          </a:xfrm>
        </p:spPr>
        <p:txBody>
          <a:bodyPr anchor="b" anchorCtr="0"/>
          <a:lstStyle>
            <a:lvl1pPr algn="l">
              <a:lnSpc>
                <a:spcPct val="85000"/>
              </a:lnSpc>
              <a:defRPr sz="4000" b="0" spc="-1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Title style</a:t>
            </a:r>
            <a:br>
              <a:rPr lang="en-US" dirty="0"/>
            </a:br>
            <a:r>
              <a:rPr lang="en-US" dirty="0"/>
              <a:t>Line 3</a:t>
            </a:r>
            <a:br>
              <a:rPr lang="en-US" dirty="0"/>
            </a:br>
            <a:r>
              <a:rPr lang="en-US" dirty="0"/>
              <a:t>Line 4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7C068D1C-F77C-7DC1-26D4-A7A885E94BB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0678" y="3788370"/>
            <a:ext cx="5736792" cy="702444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000">
                <a:solidFill>
                  <a:schemeClr val="bg2"/>
                </a:solidFill>
              </a:defRPr>
            </a:lvl1pPr>
            <a:lvl2pPr marL="457200" marR="0" indent="0" algn="r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edit subtitle style</a:t>
            </a:r>
            <a:endParaRPr lang="en-GB" dirty="0"/>
          </a:p>
        </p:txBody>
      </p:sp>
      <p:sp>
        <p:nvSpPr>
          <p:cNvPr id="6" name="Text Placeholder 28">
            <a:extLst>
              <a:ext uri="{FF2B5EF4-FFF2-40B4-BE49-F238E27FC236}">
                <a16:creationId xmlns:a16="http://schemas.microsoft.com/office/drawing/2014/main" id="{10DA7FAA-DCCA-CF1C-ECD1-04C3E040B2C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678" y="6311068"/>
            <a:ext cx="2881312" cy="213557"/>
          </a:xfrm>
        </p:spPr>
        <p:txBody>
          <a:bodyPr anchor="t"/>
          <a:lstStyle>
            <a:lvl1pPr marL="0" indent="0" algn="l">
              <a:spcAft>
                <a:spcPts val="600"/>
              </a:spcAft>
              <a:buFontTx/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7" name="Text Placeholder 28">
            <a:extLst>
              <a:ext uri="{FF2B5EF4-FFF2-40B4-BE49-F238E27FC236}">
                <a16:creationId xmlns:a16="http://schemas.microsoft.com/office/drawing/2014/main" id="{86B7BE92-B2BC-8117-727B-EBD35705FBC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678" y="6040944"/>
            <a:ext cx="2881312" cy="209279"/>
          </a:xfrm>
        </p:spPr>
        <p:txBody>
          <a:bodyPr anchor="t"/>
          <a:lstStyle>
            <a:lvl1pPr marL="0" indent="0" algn="l">
              <a:spcAft>
                <a:spcPts val="600"/>
              </a:spcAft>
              <a:buFontTx/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Author Name</a:t>
            </a:r>
          </a:p>
        </p:txBody>
      </p:sp>
      <p:sp>
        <p:nvSpPr>
          <p:cNvPr id="12" name="TextBox 26">
            <a:extLst>
              <a:ext uri="{FF2B5EF4-FFF2-40B4-BE49-F238E27FC236}">
                <a16:creationId xmlns:a16="http://schemas.microsoft.com/office/drawing/2014/main" id="{4929685A-9556-2EAD-D010-D36407E15F6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544299" y="6574374"/>
            <a:ext cx="312738" cy="110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fld id="{2682C2D1-8EA8-E748-B66F-74D4D53CF8F8}" type="slidenum">
              <a:rPr lang="en-US" altLang="en-US" sz="800" b="0" i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lnSpc>
                  <a:spcPct val="90000"/>
                </a:lnSpc>
                <a:spcAft>
                  <a:spcPts val="600"/>
                </a:spcAft>
                <a:buFont typeface="Arial" charset="0"/>
                <a:buNone/>
                <a:defRPr/>
              </a:pPr>
              <a:t>‹#›</a:t>
            </a:fld>
            <a:endParaRPr lang="en-US" alt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20">
            <a:extLst>
              <a:ext uri="{FF2B5EF4-FFF2-40B4-BE49-F238E27FC236}">
                <a16:creationId xmlns:a16="http://schemas.microsoft.com/office/drawing/2014/main" id="{0AF19F97-28D9-B1FE-922C-2A04C8B49DE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991884" y="6576910"/>
            <a:ext cx="4636741" cy="110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r>
              <a:rPr lang="en-GB" altLang="en-US" sz="800" b="0" i="0" dirty="0">
                <a:solidFill>
                  <a:schemeClr val="bg2">
                    <a:alpha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 Arm</a:t>
            </a:r>
          </a:p>
        </p:txBody>
      </p:sp>
      <p:pic>
        <p:nvPicPr>
          <p:cNvPr id="3" name="Picture 11">
            <a:extLst>
              <a:ext uri="{FF2B5EF4-FFF2-40B4-BE49-F238E27FC236}">
                <a16:creationId xmlns:a16="http://schemas.microsoft.com/office/drawing/2014/main" id="{EF51CC69-967C-8966-C3A1-A3A7A425515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34963" y="337495"/>
            <a:ext cx="1174240" cy="358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0870670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5_Section Divider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141C572-1862-64A0-36E2-042BB917906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41" b="41"/>
          <a:stretch/>
        </p:blipFill>
        <p:spPr>
          <a:xfrm>
            <a:off x="0" y="5647"/>
            <a:ext cx="12192000" cy="6852353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51C77175-EEE9-25B1-527F-B9622D6F21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679" y="1510375"/>
            <a:ext cx="5736792" cy="2075688"/>
          </a:xfrm>
        </p:spPr>
        <p:txBody>
          <a:bodyPr anchor="b" anchorCtr="0"/>
          <a:lstStyle>
            <a:lvl1pPr algn="l">
              <a:lnSpc>
                <a:spcPct val="85000"/>
              </a:lnSpc>
              <a:defRPr sz="4000" b="0" spc="-1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Title style</a:t>
            </a:r>
            <a:br>
              <a:rPr lang="en-US" dirty="0"/>
            </a:br>
            <a:r>
              <a:rPr lang="en-US" dirty="0"/>
              <a:t>Line 3</a:t>
            </a:r>
            <a:br>
              <a:rPr lang="en-US" dirty="0"/>
            </a:br>
            <a:r>
              <a:rPr lang="en-US" dirty="0"/>
              <a:t>Line 4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7C068D1C-F77C-7DC1-26D4-A7A885E94BB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0678" y="3788370"/>
            <a:ext cx="5736792" cy="702444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000">
                <a:solidFill>
                  <a:schemeClr val="bg2"/>
                </a:solidFill>
              </a:defRPr>
            </a:lvl1pPr>
            <a:lvl2pPr marL="457200" marR="0" indent="0" algn="r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edit subtitle style</a:t>
            </a:r>
            <a:endParaRPr lang="en-GB" dirty="0"/>
          </a:p>
        </p:txBody>
      </p:sp>
      <p:sp>
        <p:nvSpPr>
          <p:cNvPr id="6" name="Text Placeholder 28">
            <a:extLst>
              <a:ext uri="{FF2B5EF4-FFF2-40B4-BE49-F238E27FC236}">
                <a16:creationId xmlns:a16="http://schemas.microsoft.com/office/drawing/2014/main" id="{10DA7FAA-DCCA-CF1C-ECD1-04C3E040B2C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678" y="6311068"/>
            <a:ext cx="2881312" cy="213557"/>
          </a:xfrm>
        </p:spPr>
        <p:txBody>
          <a:bodyPr anchor="t"/>
          <a:lstStyle>
            <a:lvl1pPr marL="0" indent="0" algn="l">
              <a:spcAft>
                <a:spcPts val="600"/>
              </a:spcAft>
              <a:buFontTx/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7" name="Text Placeholder 28">
            <a:extLst>
              <a:ext uri="{FF2B5EF4-FFF2-40B4-BE49-F238E27FC236}">
                <a16:creationId xmlns:a16="http://schemas.microsoft.com/office/drawing/2014/main" id="{86B7BE92-B2BC-8117-727B-EBD35705FBC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678" y="6040944"/>
            <a:ext cx="2881312" cy="209279"/>
          </a:xfrm>
        </p:spPr>
        <p:txBody>
          <a:bodyPr anchor="t"/>
          <a:lstStyle>
            <a:lvl1pPr marL="0" indent="0" algn="l">
              <a:spcAft>
                <a:spcPts val="600"/>
              </a:spcAft>
              <a:buFontTx/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Author Name</a:t>
            </a:r>
          </a:p>
        </p:txBody>
      </p:sp>
      <p:sp>
        <p:nvSpPr>
          <p:cNvPr id="12" name="TextBox 26">
            <a:extLst>
              <a:ext uri="{FF2B5EF4-FFF2-40B4-BE49-F238E27FC236}">
                <a16:creationId xmlns:a16="http://schemas.microsoft.com/office/drawing/2014/main" id="{4929685A-9556-2EAD-D010-D36407E15F6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544299" y="6574374"/>
            <a:ext cx="312738" cy="110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fld id="{2682C2D1-8EA8-E748-B66F-74D4D53CF8F8}" type="slidenum">
              <a:rPr lang="en-US" altLang="en-US" sz="800" b="0" i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lnSpc>
                  <a:spcPct val="90000"/>
                </a:lnSpc>
                <a:spcAft>
                  <a:spcPts val="600"/>
                </a:spcAft>
                <a:buFont typeface="Arial" charset="0"/>
                <a:buNone/>
                <a:defRPr/>
              </a:pPr>
              <a:t>‹#›</a:t>
            </a:fld>
            <a:endParaRPr lang="en-US" alt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20">
            <a:extLst>
              <a:ext uri="{FF2B5EF4-FFF2-40B4-BE49-F238E27FC236}">
                <a16:creationId xmlns:a16="http://schemas.microsoft.com/office/drawing/2014/main" id="{0AF19F97-28D9-B1FE-922C-2A04C8B49DE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991884" y="6576910"/>
            <a:ext cx="4636741" cy="110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r>
              <a:rPr lang="en-GB" altLang="en-US" sz="800" b="0" i="0" dirty="0">
                <a:solidFill>
                  <a:schemeClr val="bg2">
                    <a:alpha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 Arm</a:t>
            </a:r>
          </a:p>
        </p:txBody>
      </p:sp>
      <p:pic>
        <p:nvPicPr>
          <p:cNvPr id="3" name="Picture 11">
            <a:extLst>
              <a:ext uri="{FF2B5EF4-FFF2-40B4-BE49-F238E27FC236}">
                <a16:creationId xmlns:a16="http://schemas.microsoft.com/office/drawing/2014/main" id="{EF51CC69-967C-8966-C3A1-A3A7A425515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34963" y="337495"/>
            <a:ext cx="1174240" cy="358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890883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7_Section Divider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141C572-1862-64A0-36E2-042BB917906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41" b="41"/>
          <a:stretch/>
        </p:blipFill>
        <p:spPr>
          <a:xfrm>
            <a:off x="0" y="5647"/>
            <a:ext cx="12192000" cy="6852353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51C77175-EEE9-25B1-527F-B9622D6F21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679" y="1510375"/>
            <a:ext cx="5736792" cy="2075688"/>
          </a:xfrm>
        </p:spPr>
        <p:txBody>
          <a:bodyPr anchor="b" anchorCtr="0"/>
          <a:lstStyle>
            <a:lvl1pPr algn="l">
              <a:lnSpc>
                <a:spcPct val="85000"/>
              </a:lnSpc>
              <a:defRPr sz="4000" b="0" spc="-1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Title style</a:t>
            </a:r>
            <a:br>
              <a:rPr lang="en-US" dirty="0"/>
            </a:br>
            <a:r>
              <a:rPr lang="en-US" dirty="0"/>
              <a:t>Line 3</a:t>
            </a:r>
            <a:br>
              <a:rPr lang="en-US" dirty="0"/>
            </a:br>
            <a:r>
              <a:rPr lang="en-US" dirty="0"/>
              <a:t>Line 4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7C068D1C-F77C-7DC1-26D4-A7A885E94BB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0678" y="3788370"/>
            <a:ext cx="5736792" cy="702444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000">
                <a:solidFill>
                  <a:schemeClr val="bg2"/>
                </a:solidFill>
              </a:defRPr>
            </a:lvl1pPr>
            <a:lvl2pPr marL="457200" marR="0" indent="0" algn="r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edit subtitle style</a:t>
            </a:r>
            <a:endParaRPr lang="en-GB" dirty="0"/>
          </a:p>
        </p:txBody>
      </p:sp>
      <p:sp>
        <p:nvSpPr>
          <p:cNvPr id="6" name="Text Placeholder 28">
            <a:extLst>
              <a:ext uri="{FF2B5EF4-FFF2-40B4-BE49-F238E27FC236}">
                <a16:creationId xmlns:a16="http://schemas.microsoft.com/office/drawing/2014/main" id="{10DA7FAA-DCCA-CF1C-ECD1-04C3E040B2C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678" y="6311068"/>
            <a:ext cx="2881312" cy="213557"/>
          </a:xfrm>
        </p:spPr>
        <p:txBody>
          <a:bodyPr anchor="t"/>
          <a:lstStyle>
            <a:lvl1pPr marL="0" indent="0" algn="l">
              <a:spcAft>
                <a:spcPts val="600"/>
              </a:spcAft>
              <a:buFontTx/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7" name="Text Placeholder 28">
            <a:extLst>
              <a:ext uri="{FF2B5EF4-FFF2-40B4-BE49-F238E27FC236}">
                <a16:creationId xmlns:a16="http://schemas.microsoft.com/office/drawing/2014/main" id="{86B7BE92-B2BC-8117-727B-EBD35705FBC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678" y="6040944"/>
            <a:ext cx="2881312" cy="209279"/>
          </a:xfrm>
        </p:spPr>
        <p:txBody>
          <a:bodyPr anchor="t"/>
          <a:lstStyle>
            <a:lvl1pPr marL="0" indent="0" algn="l">
              <a:spcAft>
                <a:spcPts val="600"/>
              </a:spcAft>
              <a:buFontTx/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Author Name</a:t>
            </a:r>
          </a:p>
        </p:txBody>
      </p:sp>
      <p:sp>
        <p:nvSpPr>
          <p:cNvPr id="12" name="TextBox 26">
            <a:extLst>
              <a:ext uri="{FF2B5EF4-FFF2-40B4-BE49-F238E27FC236}">
                <a16:creationId xmlns:a16="http://schemas.microsoft.com/office/drawing/2014/main" id="{4929685A-9556-2EAD-D010-D36407E15F6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544299" y="6574374"/>
            <a:ext cx="312738" cy="110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fld id="{2682C2D1-8EA8-E748-B66F-74D4D53CF8F8}" type="slidenum">
              <a:rPr lang="en-US" altLang="en-US" sz="800" b="0" i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lnSpc>
                  <a:spcPct val="90000"/>
                </a:lnSpc>
                <a:spcAft>
                  <a:spcPts val="600"/>
                </a:spcAft>
                <a:buFont typeface="Arial" charset="0"/>
                <a:buNone/>
                <a:defRPr/>
              </a:pPr>
              <a:t>‹#›</a:t>
            </a:fld>
            <a:endParaRPr lang="en-US" alt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20">
            <a:extLst>
              <a:ext uri="{FF2B5EF4-FFF2-40B4-BE49-F238E27FC236}">
                <a16:creationId xmlns:a16="http://schemas.microsoft.com/office/drawing/2014/main" id="{0AF19F97-28D9-B1FE-922C-2A04C8B49DE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991884" y="6576910"/>
            <a:ext cx="4636741" cy="110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r>
              <a:rPr lang="en-GB" altLang="en-US" sz="800" b="0" i="0" dirty="0">
                <a:solidFill>
                  <a:schemeClr val="bg2">
                    <a:alpha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 Arm</a:t>
            </a:r>
          </a:p>
        </p:txBody>
      </p:sp>
      <p:pic>
        <p:nvPicPr>
          <p:cNvPr id="3" name="Picture 11">
            <a:extLst>
              <a:ext uri="{FF2B5EF4-FFF2-40B4-BE49-F238E27FC236}">
                <a16:creationId xmlns:a16="http://schemas.microsoft.com/office/drawing/2014/main" id="{EF51CC69-967C-8966-C3A1-A3A7A425515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34963" y="337495"/>
            <a:ext cx="1174240" cy="358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0254222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9_Section Divider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141C572-1862-64A0-36E2-042BB917906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41" b="41"/>
          <a:stretch/>
        </p:blipFill>
        <p:spPr>
          <a:xfrm>
            <a:off x="0" y="5647"/>
            <a:ext cx="12192000" cy="6852353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51C77175-EEE9-25B1-527F-B9622D6F21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679" y="1510375"/>
            <a:ext cx="5736792" cy="2075688"/>
          </a:xfrm>
        </p:spPr>
        <p:txBody>
          <a:bodyPr anchor="b" anchorCtr="0"/>
          <a:lstStyle>
            <a:lvl1pPr algn="l">
              <a:lnSpc>
                <a:spcPct val="85000"/>
              </a:lnSpc>
              <a:defRPr sz="4000" b="0" spc="-1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Title style</a:t>
            </a:r>
            <a:br>
              <a:rPr lang="en-US" dirty="0"/>
            </a:br>
            <a:r>
              <a:rPr lang="en-US" dirty="0"/>
              <a:t>Line 3</a:t>
            </a:r>
            <a:br>
              <a:rPr lang="en-US" dirty="0"/>
            </a:br>
            <a:r>
              <a:rPr lang="en-US" dirty="0"/>
              <a:t>Line 4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7C068D1C-F77C-7DC1-26D4-A7A885E94BB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0678" y="3788370"/>
            <a:ext cx="5736792" cy="702444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000">
                <a:solidFill>
                  <a:schemeClr val="bg2"/>
                </a:solidFill>
              </a:defRPr>
            </a:lvl1pPr>
            <a:lvl2pPr marL="457200" marR="0" indent="0" algn="r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edit subtitle style</a:t>
            </a:r>
            <a:endParaRPr lang="en-GB" dirty="0"/>
          </a:p>
        </p:txBody>
      </p:sp>
      <p:sp>
        <p:nvSpPr>
          <p:cNvPr id="6" name="Text Placeholder 28">
            <a:extLst>
              <a:ext uri="{FF2B5EF4-FFF2-40B4-BE49-F238E27FC236}">
                <a16:creationId xmlns:a16="http://schemas.microsoft.com/office/drawing/2014/main" id="{10DA7FAA-DCCA-CF1C-ECD1-04C3E040B2C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678" y="6311068"/>
            <a:ext cx="2881312" cy="213557"/>
          </a:xfrm>
        </p:spPr>
        <p:txBody>
          <a:bodyPr anchor="t"/>
          <a:lstStyle>
            <a:lvl1pPr marL="0" indent="0" algn="l">
              <a:spcAft>
                <a:spcPts val="600"/>
              </a:spcAft>
              <a:buFontTx/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7" name="Text Placeholder 28">
            <a:extLst>
              <a:ext uri="{FF2B5EF4-FFF2-40B4-BE49-F238E27FC236}">
                <a16:creationId xmlns:a16="http://schemas.microsoft.com/office/drawing/2014/main" id="{86B7BE92-B2BC-8117-727B-EBD35705FBC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678" y="6040944"/>
            <a:ext cx="2881312" cy="209279"/>
          </a:xfrm>
        </p:spPr>
        <p:txBody>
          <a:bodyPr anchor="t"/>
          <a:lstStyle>
            <a:lvl1pPr marL="0" indent="0" algn="l">
              <a:spcAft>
                <a:spcPts val="600"/>
              </a:spcAft>
              <a:buFontTx/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Author Name</a:t>
            </a:r>
          </a:p>
        </p:txBody>
      </p:sp>
      <p:sp>
        <p:nvSpPr>
          <p:cNvPr id="12" name="TextBox 26">
            <a:extLst>
              <a:ext uri="{FF2B5EF4-FFF2-40B4-BE49-F238E27FC236}">
                <a16:creationId xmlns:a16="http://schemas.microsoft.com/office/drawing/2014/main" id="{4929685A-9556-2EAD-D010-D36407E15F6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544299" y="6574374"/>
            <a:ext cx="312738" cy="110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fld id="{2682C2D1-8EA8-E748-B66F-74D4D53CF8F8}" type="slidenum">
              <a:rPr lang="en-US" altLang="en-US" sz="800" b="0" i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lnSpc>
                  <a:spcPct val="90000"/>
                </a:lnSpc>
                <a:spcAft>
                  <a:spcPts val="600"/>
                </a:spcAft>
                <a:buFont typeface="Arial" charset="0"/>
                <a:buNone/>
                <a:defRPr/>
              </a:pPr>
              <a:t>‹#›</a:t>
            </a:fld>
            <a:endParaRPr lang="en-US" alt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20">
            <a:extLst>
              <a:ext uri="{FF2B5EF4-FFF2-40B4-BE49-F238E27FC236}">
                <a16:creationId xmlns:a16="http://schemas.microsoft.com/office/drawing/2014/main" id="{0AF19F97-28D9-B1FE-922C-2A04C8B49DE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991884" y="6576910"/>
            <a:ext cx="4636741" cy="110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r>
              <a:rPr lang="en-GB" altLang="en-US" sz="800" b="0" i="0" dirty="0">
                <a:solidFill>
                  <a:schemeClr val="bg2">
                    <a:alpha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 Arm</a:t>
            </a:r>
          </a:p>
        </p:txBody>
      </p:sp>
      <p:pic>
        <p:nvPicPr>
          <p:cNvPr id="3" name="Picture 11">
            <a:extLst>
              <a:ext uri="{FF2B5EF4-FFF2-40B4-BE49-F238E27FC236}">
                <a16:creationId xmlns:a16="http://schemas.microsoft.com/office/drawing/2014/main" id="{EF51CC69-967C-8966-C3A1-A3A7A425515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34963" y="337495"/>
            <a:ext cx="1174240" cy="358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9560055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8_Section Divider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B487E68-0D82-9A6F-B651-0019486C755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1849" y="12290"/>
            <a:ext cx="12170151" cy="6845709"/>
          </a:xfrm>
          <a:prstGeom prst="rect">
            <a:avLst/>
          </a:prstGeom>
          <a:ln>
            <a:noFill/>
          </a:ln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3681F2EE-6D24-E8DA-17C4-280BF969E6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679" y="1510375"/>
            <a:ext cx="5736792" cy="2075688"/>
          </a:xfrm>
        </p:spPr>
        <p:txBody>
          <a:bodyPr anchor="b" anchorCtr="0"/>
          <a:lstStyle>
            <a:lvl1pPr algn="l">
              <a:lnSpc>
                <a:spcPct val="85000"/>
              </a:lnSpc>
              <a:defRPr sz="4000" b="0" spc="-1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Title style</a:t>
            </a:r>
            <a:br>
              <a:rPr lang="en-US" dirty="0"/>
            </a:br>
            <a:r>
              <a:rPr lang="en-US" dirty="0"/>
              <a:t>Line 3</a:t>
            </a:r>
            <a:br>
              <a:rPr lang="en-US" dirty="0"/>
            </a:br>
            <a:r>
              <a:rPr lang="en-US" dirty="0"/>
              <a:t>Line 4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E433D4AE-C938-4475-1111-CFECCD470A4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0678" y="3788370"/>
            <a:ext cx="5736792" cy="702444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000">
                <a:solidFill>
                  <a:schemeClr val="bg2"/>
                </a:solidFill>
              </a:defRPr>
            </a:lvl1pPr>
            <a:lvl2pPr marL="457200" marR="0" indent="0" algn="r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edit subtitle style</a:t>
            </a:r>
            <a:endParaRPr lang="en-GB" dirty="0"/>
          </a:p>
        </p:txBody>
      </p:sp>
      <p:sp>
        <p:nvSpPr>
          <p:cNvPr id="16" name="Text Placeholder 28">
            <a:extLst>
              <a:ext uri="{FF2B5EF4-FFF2-40B4-BE49-F238E27FC236}">
                <a16:creationId xmlns:a16="http://schemas.microsoft.com/office/drawing/2014/main" id="{94364BEC-6A70-1C90-94CE-09EBDEE0450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678" y="6311068"/>
            <a:ext cx="2881312" cy="213557"/>
          </a:xfrm>
        </p:spPr>
        <p:txBody>
          <a:bodyPr anchor="t"/>
          <a:lstStyle>
            <a:lvl1pPr marL="0" indent="0" algn="l">
              <a:spcAft>
                <a:spcPts val="600"/>
              </a:spcAft>
              <a:buFontTx/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2738029B-26DC-25E5-A32A-D7DCE80A168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678" y="6040944"/>
            <a:ext cx="2881312" cy="209279"/>
          </a:xfrm>
        </p:spPr>
        <p:txBody>
          <a:bodyPr anchor="t"/>
          <a:lstStyle>
            <a:lvl1pPr marL="0" indent="0" algn="l">
              <a:spcAft>
                <a:spcPts val="600"/>
              </a:spcAft>
              <a:buFontTx/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Author Name</a:t>
            </a:r>
          </a:p>
        </p:txBody>
      </p:sp>
      <p:sp>
        <p:nvSpPr>
          <p:cNvPr id="20" name="TextBox 26">
            <a:extLst>
              <a:ext uri="{FF2B5EF4-FFF2-40B4-BE49-F238E27FC236}">
                <a16:creationId xmlns:a16="http://schemas.microsoft.com/office/drawing/2014/main" id="{96C2A433-44A7-23A9-CEE4-37555C138D5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544299" y="6574374"/>
            <a:ext cx="312738" cy="110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fld id="{2682C2D1-8EA8-E748-B66F-74D4D53CF8F8}" type="slidenum">
              <a:rPr lang="en-US" altLang="en-US" sz="800" b="0" i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lnSpc>
                  <a:spcPct val="90000"/>
                </a:lnSpc>
                <a:spcAft>
                  <a:spcPts val="600"/>
                </a:spcAft>
                <a:buFont typeface="Arial" charset="0"/>
                <a:buNone/>
                <a:defRPr/>
              </a:pPr>
              <a:t>‹#›</a:t>
            </a:fld>
            <a:endParaRPr lang="en-US" alt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828785E-8EB7-E5C1-D9EB-531D14B538C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991884" y="6576910"/>
            <a:ext cx="4636741" cy="110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r>
              <a:rPr lang="en-GB" altLang="en-US" sz="800" b="0" i="0" dirty="0">
                <a:solidFill>
                  <a:schemeClr val="bg2">
                    <a:alpha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 Arm</a:t>
            </a:r>
          </a:p>
        </p:txBody>
      </p:sp>
      <p:pic>
        <p:nvPicPr>
          <p:cNvPr id="3" name="Picture 11">
            <a:extLst>
              <a:ext uri="{FF2B5EF4-FFF2-40B4-BE49-F238E27FC236}">
                <a16:creationId xmlns:a16="http://schemas.microsoft.com/office/drawing/2014/main" id="{AA9277FD-4E65-8B2C-3CA2-5892E1658C8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34963" y="337495"/>
            <a:ext cx="1174240" cy="35824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C42CC49-4DC0-356B-8D0D-915AB83F0CBB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16200000">
            <a:off x="11473681" y="6255668"/>
            <a:ext cx="1167204" cy="110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r>
              <a:rPr lang="en-US" sz="800" b="0" i="0" kern="1200" dirty="0">
                <a:solidFill>
                  <a:schemeClr val="bg1">
                    <a:alpha val="40000"/>
                  </a:schemeClr>
                </a:solidFill>
                <a:effectLst/>
                <a:latin typeface="Arial" panose="020B0604020202020204" pitchFamily="34" charset="0"/>
                <a:ea typeface="ＭＳ Ｐゴシック" charset="-128"/>
                <a:cs typeface="Arial" panose="020B0604020202020204" pitchFamily="34" charset="0"/>
              </a:rPr>
              <a:t>*AI-generated image</a:t>
            </a:r>
            <a:endParaRPr lang="en-GB" altLang="en-US" sz="800" b="0" i="0" dirty="0">
              <a:solidFill>
                <a:schemeClr val="bg1">
                  <a:alpha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7981371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6_Section Divider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8B4BDED-79C0-A2BE-E93D-93E6D0A018B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24" y="12288"/>
            <a:ext cx="12170152" cy="684571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51C77175-EEE9-25B1-527F-B9622D6F21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679" y="1510375"/>
            <a:ext cx="5736792" cy="2075688"/>
          </a:xfrm>
        </p:spPr>
        <p:txBody>
          <a:bodyPr anchor="b" anchorCtr="0"/>
          <a:lstStyle>
            <a:lvl1pPr algn="l">
              <a:lnSpc>
                <a:spcPct val="85000"/>
              </a:lnSpc>
              <a:defRPr sz="4000" b="0" spc="-1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Title style</a:t>
            </a:r>
            <a:br>
              <a:rPr lang="en-US" dirty="0"/>
            </a:br>
            <a:r>
              <a:rPr lang="en-US" dirty="0"/>
              <a:t>Line 3</a:t>
            </a:r>
            <a:br>
              <a:rPr lang="en-US" dirty="0"/>
            </a:br>
            <a:r>
              <a:rPr lang="en-US" dirty="0"/>
              <a:t>Line 4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7C068D1C-F77C-7DC1-26D4-A7A885E94BB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0678" y="3788370"/>
            <a:ext cx="5736792" cy="702444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000">
                <a:solidFill>
                  <a:schemeClr val="bg2"/>
                </a:solidFill>
              </a:defRPr>
            </a:lvl1pPr>
            <a:lvl2pPr marL="457200" marR="0" indent="0" algn="r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edit subtitle style</a:t>
            </a:r>
            <a:endParaRPr lang="en-GB" dirty="0"/>
          </a:p>
        </p:txBody>
      </p:sp>
      <p:sp>
        <p:nvSpPr>
          <p:cNvPr id="6" name="Text Placeholder 28">
            <a:extLst>
              <a:ext uri="{FF2B5EF4-FFF2-40B4-BE49-F238E27FC236}">
                <a16:creationId xmlns:a16="http://schemas.microsoft.com/office/drawing/2014/main" id="{10DA7FAA-DCCA-CF1C-ECD1-04C3E040B2C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678" y="6311068"/>
            <a:ext cx="2881312" cy="213557"/>
          </a:xfrm>
        </p:spPr>
        <p:txBody>
          <a:bodyPr anchor="t"/>
          <a:lstStyle>
            <a:lvl1pPr marL="0" indent="0" algn="l">
              <a:spcAft>
                <a:spcPts val="600"/>
              </a:spcAft>
              <a:buFontTx/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7" name="Text Placeholder 28">
            <a:extLst>
              <a:ext uri="{FF2B5EF4-FFF2-40B4-BE49-F238E27FC236}">
                <a16:creationId xmlns:a16="http://schemas.microsoft.com/office/drawing/2014/main" id="{86B7BE92-B2BC-8117-727B-EBD35705FBC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678" y="6040944"/>
            <a:ext cx="2881312" cy="209279"/>
          </a:xfrm>
        </p:spPr>
        <p:txBody>
          <a:bodyPr anchor="t"/>
          <a:lstStyle>
            <a:lvl1pPr marL="0" indent="0" algn="l">
              <a:spcAft>
                <a:spcPts val="600"/>
              </a:spcAft>
              <a:buFontTx/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Author Name</a:t>
            </a:r>
          </a:p>
        </p:txBody>
      </p:sp>
      <p:sp>
        <p:nvSpPr>
          <p:cNvPr id="11" name="TextBox 26">
            <a:extLst>
              <a:ext uri="{FF2B5EF4-FFF2-40B4-BE49-F238E27FC236}">
                <a16:creationId xmlns:a16="http://schemas.microsoft.com/office/drawing/2014/main" id="{58D99759-E104-0D75-C1DB-0A9A0C25A47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544299" y="6574374"/>
            <a:ext cx="312738" cy="110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fld id="{2682C2D1-8EA8-E748-B66F-74D4D53CF8F8}" type="slidenum">
              <a:rPr lang="en-US" altLang="en-US" sz="800" b="0" i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lnSpc>
                  <a:spcPct val="90000"/>
                </a:lnSpc>
                <a:spcAft>
                  <a:spcPts val="600"/>
                </a:spcAft>
                <a:buFont typeface="Arial" charset="0"/>
                <a:buNone/>
                <a:defRPr/>
              </a:pPr>
              <a:t>‹#›</a:t>
            </a:fld>
            <a:endParaRPr lang="en-US" alt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20">
            <a:extLst>
              <a:ext uri="{FF2B5EF4-FFF2-40B4-BE49-F238E27FC236}">
                <a16:creationId xmlns:a16="http://schemas.microsoft.com/office/drawing/2014/main" id="{E4E6591A-AC04-6138-7360-1E12248FAD6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991884" y="6576910"/>
            <a:ext cx="4636741" cy="110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r>
              <a:rPr lang="en-GB" altLang="en-US" sz="800" b="0" i="0" dirty="0">
                <a:solidFill>
                  <a:schemeClr val="bg2">
                    <a:alpha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 Arm</a:t>
            </a:r>
          </a:p>
        </p:txBody>
      </p:sp>
      <p:pic>
        <p:nvPicPr>
          <p:cNvPr id="3" name="Picture 11">
            <a:extLst>
              <a:ext uri="{FF2B5EF4-FFF2-40B4-BE49-F238E27FC236}">
                <a16:creationId xmlns:a16="http://schemas.microsoft.com/office/drawing/2014/main" id="{6F8770C2-A68E-3EDF-2B41-11181D29DFB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34963" y="337495"/>
            <a:ext cx="1174240" cy="35824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6974697-6E30-7188-CE5B-022BA66424C8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16200000">
            <a:off x="11473681" y="6255668"/>
            <a:ext cx="1167204" cy="110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r>
              <a:rPr lang="en-US" sz="800" b="0" i="0" kern="1200" dirty="0">
                <a:solidFill>
                  <a:schemeClr val="bg1">
                    <a:alpha val="40000"/>
                  </a:schemeClr>
                </a:solidFill>
                <a:effectLst/>
                <a:latin typeface="Arial" panose="020B0604020202020204" pitchFamily="34" charset="0"/>
                <a:ea typeface="ＭＳ Ｐゴシック" charset="-128"/>
                <a:cs typeface="Arial" panose="020B0604020202020204" pitchFamily="34" charset="0"/>
              </a:rPr>
              <a:t>*AI-generated image</a:t>
            </a:r>
            <a:endParaRPr lang="en-GB" altLang="en-US" sz="800" b="0" i="0" dirty="0">
              <a:solidFill>
                <a:schemeClr val="bg1">
                  <a:alpha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2987760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1_Section Divider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26A59A6-B0BB-7A8E-4E98-559764C4F74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12192000" cy="685800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51C77175-EEE9-25B1-527F-B9622D6F21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679" y="1510375"/>
            <a:ext cx="5736792" cy="2075688"/>
          </a:xfrm>
        </p:spPr>
        <p:txBody>
          <a:bodyPr anchor="b" anchorCtr="0"/>
          <a:lstStyle>
            <a:lvl1pPr algn="l">
              <a:lnSpc>
                <a:spcPct val="85000"/>
              </a:lnSpc>
              <a:defRPr sz="4000" b="0" spc="-1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Title style</a:t>
            </a:r>
            <a:br>
              <a:rPr lang="en-US" dirty="0"/>
            </a:br>
            <a:r>
              <a:rPr lang="en-US" dirty="0"/>
              <a:t>Line 3</a:t>
            </a:r>
            <a:br>
              <a:rPr lang="en-US" dirty="0"/>
            </a:br>
            <a:r>
              <a:rPr lang="en-US" dirty="0"/>
              <a:t>Line 4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7C068D1C-F77C-7DC1-26D4-A7A885E94BB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0678" y="3788370"/>
            <a:ext cx="5736792" cy="702444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000">
                <a:solidFill>
                  <a:schemeClr val="bg2"/>
                </a:solidFill>
              </a:defRPr>
            </a:lvl1pPr>
            <a:lvl2pPr marL="457200" marR="0" indent="0" algn="r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edit subtitle style</a:t>
            </a:r>
            <a:endParaRPr lang="en-GB" dirty="0"/>
          </a:p>
        </p:txBody>
      </p:sp>
      <p:sp>
        <p:nvSpPr>
          <p:cNvPr id="6" name="Text Placeholder 28">
            <a:extLst>
              <a:ext uri="{FF2B5EF4-FFF2-40B4-BE49-F238E27FC236}">
                <a16:creationId xmlns:a16="http://schemas.microsoft.com/office/drawing/2014/main" id="{10DA7FAA-DCCA-CF1C-ECD1-04C3E040B2C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678" y="6311068"/>
            <a:ext cx="2881312" cy="213557"/>
          </a:xfrm>
        </p:spPr>
        <p:txBody>
          <a:bodyPr anchor="t"/>
          <a:lstStyle>
            <a:lvl1pPr marL="0" indent="0" algn="l">
              <a:spcAft>
                <a:spcPts val="600"/>
              </a:spcAft>
              <a:buFontTx/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7" name="Text Placeholder 28">
            <a:extLst>
              <a:ext uri="{FF2B5EF4-FFF2-40B4-BE49-F238E27FC236}">
                <a16:creationId xmlns:a16="http://schemas.microsoft.com/office/drawing/2014/main" id="{86B7BE92-B2BC-8117-727B-EBD35705FBC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678" y="6040944"/>
            <a:ext cx="2881312" cy="209279"/>
          </a:xfrm>
        </p:spPr>
        <p:txBody>
          <a:bodyPr anchor="t"/>
          <a:lstStyle>
            <a:lvl1pPr marL="0" indent="0" algn="l">
              <a:spcAft>
                <a:spcPts val="600"/>
              </a:spcAft>
              <a:buFontTx/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Author Name</a:t>
            </a:r>
          </a:p>
        </p:txBody>
      </p:sp>
      <p:sp>
        <p:nvSpPr>
          <p:cNvPr id="11" name="TextBox 26">
            <a:extLst>
              <a:ext uri="{FF2B5EF4-FFF2-40B4-BE49-F238E27FC236}">
                <a16:creationId xmlns:a16="http://schemas.microsoft.com/office/drawing/2014/main" id="{58D99759-E104-0D75-C1DB-0A9A0C25A47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544299" y="6574374"/>
            <a:ext cx="312738" cy="110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fld id="{2682C2D1-8EA8-E748-B66F-74D4D53CF8F8}" type="slidenum">
              <a:rPr lang="en-US" altLang="en-US" sz="800" b="0" i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lnSpc>
                  <a:spcPct val="90000"/>
                </a:lnSpc>
                <a:spcAft>
                  <a:spcPts val="600"/>
                </a:spcAft>
                <a:buFont typeface="Arial" charset="0"/>
                <a:buNone/>
                <a:defRPr/>
              </a:pPr>
              <a:t>‹#›</a:t>
            </a:fld>
            <a:endParaRPr lang="en-US" alt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20">
            <a:extLst>
              <a:ext uri="{FF2B5EF4-FFF2-40B4-BE49-F238E27FC236}">
                <a16:creationId xmlns:a16="http://schemas.microsoft.com/office/drawing/2014/main" id="{E4E6591A-AC04-6138-7360-1E12248FAD6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991884" y="6576910"/>
            <a:ext cx="4636741" cy="110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r>
              <a:rPr lang="en-GB" altLang="en-US" sz="800" b="0" i="0" dirty="0">
                <a:solidFill>
                  <a:schemeClr val="bg2">
                    <a:alpha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 Arm</a:t>
            </a:r>
          </a:p>
        </p:txBody>
      </p:sp>
      <p:pic>
        <p:nvPicPr>
          <p:cNvPr id="3" name="Picture 11">
            <a:extLst>
              <a:ext uri="{FF2B5EF4-FFF2-40B4-BE49-F238E27FC236}">
                <a16:creationId xmlns:a16="http://schemas.microsoft.com/office/drawing/2014/main" id="{55FBD7D0-0C6A-C886-5241-C80C35E2615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34963" y="337495"/>
            <a:ext cx="1174240" cy="358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7534789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2_Section Divider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E7E189B-5C82-F523-047C-1F954333DBB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51C77175-EEE9-25B1-527F-B9622D6F21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679" y="1510375"/>
            <a:ext cx="5736792" cy="2075688"/>
          </a:xfrm>
        </p:spPr>
        <p:txBody>
          <a:bodyPr anchor="b" anchorCtr="0"/>
          <a:lstStyle>
            <a:lvl1pPr algn="l">
              <a:lnSpc>
                <a:spcPct val="85000"/>
              </a:lnSpc>
              <a:defRPr sz="4000" b="0" spc="-1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Title style</a:t>
            </a:r>
            <a:br>
              <a:rPr lang="en-US" dirty="0"/>
            </a:br>
            <a:r>
              <a:rPr lang="en-US" dirty="0"/>
              <a:t>Line 3</a:t>
            </a:r>
            <a:br>
              <a:rPr lang="en-US" dirty="0"/>
            </a:br>
            <a:r>
              <a:rPr lang="en-US" dirty="0"/>
              <a:t>Line 4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7C068D1C-F77C-7DC1-26D4-A7A885E94BB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0678" y="3788370"/>
            <a:ext cx="5736792" cy="702444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000">
                <a:solidFill>
                  <a:schemeClr val="bg2"/>
                </a:solidFill>
              </a:defRPr>
            </a:lvl1pPr>
            <a:lvl2pPr marL="457200" marR="0" indent="0" algn="r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edit subtitle style</a:t>
            </a:r>
            <a:endParaRPr lang="en-GB" dirty="0"/>
          </a:p>
        </p:txBody>
      </p:sp>
      <p:sp>
        <p:nvSpPr>
          <p:cNvPr id="6" name="Text Placeholder 28">
            <a:extLst>
              <a:ext uri="{FF2B5EF4-FFF2-40B4-BE49-F238E27FC236}">
                <a16:creationId xmlns:a16="http://schemas.microsoft.com/office/drawing/2014/main" id="{10DA7FAA-DCCA-CF1C-ECD1-04C3E040B2C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678" y="6311068"/>
            <a:ext cx="2881312" cy="213557"/>
          </a:xfrm>
        </p:spPr>
        <p:txBody>
          <a:bodyPr anchor="t"/>
          <a:lstStyle>
            <a:lvl1pPr marL="0" indent="0" algn="l">
              <a:spcAft>
                <a:spcPts val="600"/>
              </a:spcAft>
              <a:buFontTx/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7" name="Text Placeholder 28">
            <a:extLst>
              <a:ext uri="{FF2B5EF4-FFF2-40B4-BE49-F238E27FC236}">
                <a16:creationId xmlns:a16="http://schemas.microsoft.com/office/drawing/2014/main" id="{86B7BE92-B2BC-8117-727B-EBD35705FBC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678" y="6040944"/>
            <a:ext cx="2881312" cy="209279"/>
          </a:xfrm>
        </p:spPr>
        <p:txBody>
          <a:bodyPr anchor="t"/>
          <a:lstStyle>
            <a:lvl1pPr marL="0" indent="0" algn="l">
              <a:spcAft>
                <a:spcPts val="600"/>
              </a:spcAft>
              <a:buFontTx/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Author Name</a:t>
            </a:r>
          </a:p>
        </p:txBody>
      </p:sp>
      <p:sp>
        <p:nvSpPr>
          <p:cNvPr id="11" name="TextBox 26">
            <a:extLst>
              <a:ext uri="{FF2B5EF4-FFF2-40B4-BE49-F238E27FC236}">
                <a16:creationId xmlns:a16="http://schemas.microsoft.com/office/drawing/2014/main" id="{58D99759-E104-0D75-C1DB-0A9A0C25A47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544299" y="6574374"/>
            <a:ext cx="312738" cy="110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fld id="{2682C2D1-8EA8-E748-B66F-74D4D53CF8F8}" type="slidenum">
              <a:rPr lang="en-US" altLang="en-US" sz="800" b="0" i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lnSpc>
                  <a:spcPct val="90000"/>
                </a:lnSpc>
                <a:spcAft>
                  <a:spcPts val="600"/>
                </a:spcAft>
                <a:buFont typeface="Arial" charset="0"/>
                <a:buNone/>
                <a:defRPr/>
              </a:pPr>
              <a:t>‹#›</a:t>
            </a:fld>
            <a:endParaRPr lang="en-US" alt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20">
            <a:extLst>
              <a:ext uri="{FF2B5EF4-FFF2-40B4-BE49-F238E27FC236}">
                <a16:creationId xmlns:a16="http://schemas.microsoft.com/office/drawing/2014/main" id="{E4E6591A-AC04-6138-7360-1E12248FAD6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991884" y="6576910"/>
            <a:ext cx="4636741" cy="110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r>
              <a:rPr lang="en-GB" altLang="en-US" sz="800" b="0" i="0" dirty="0">
                <a:solidFill>
                  <a:schemeClr val="bg2">
                    <a:alpha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 Arm</a:t>
            </a:r>
          </a:p>
        </p:txBody>
      </p:sp>
      <p:pic>
        <p:nvPicPr>
          <p:cNvPr id="3" name="Picture 11">
            <a:extLst>
              <a:ext uri="{FF2B5EF4-FFF2-40B4-BE49-F238E27FC236}">
                <a16:creationId xmlns:a16="http://schemas.microsoft.com/office/drawing/2014/main" id="{7319B784-3C1F-F656-AB32-0EEEF44092C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34963" y="337495"/>
            <a:ext cx="1174240" cy="358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928347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6_Section Divider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E7E189B-5C82-F523-047C-1F954333DBB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51C77175-EEE9-25B1-527F-B9622D6F21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679" y="1510375"/>
            <a:ext cx="5736792" cy="2075688"/>
          </a:xfrm>
        </p:spPr>
        <p:txBody>
          <a:bodyPr anchor="b" anchorCtr="0"/>
          <a:lstStyle>
            <a:lvl1pPr algn="l">
              <a:lnSpc>
                <a:spcPct val="85000"/>
              </a:lnSpc>
              <a:defRPr sz="4000" b="0" spc="-1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Title style</a:t>
            </a:r>
            <a:br>
              <a:rPr lang="en-US" dirty="0"/>
            </a:br>
            <a:r>
              <a:rPr lang="en-US" dirty="0"/>
              <a:t>Line 3</a:t>
            </a:r>
            <a:br>
              <a:rPr lang="en-US" dirty="0"/>
            </a:br>
            <a:r>
              <a:rPr lang="en-US" dirty="0"/>
              <a:t>Line 4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7C068D1C-F77C-7DC1-26D4-A7A885E94BB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0678" y="3788370"/>
            <a:ext cx="5736792" cy="702444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000">
                <a:solidFill>
                  <a:schemeClr val="bg2"/>
                </a:solidFill>
              </a:defRPr>
            </a:lvl1pPr>
            <a:lvl2pPr marL="457200" marR="0" indent="0" algn="r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edit subtitle style</a:t>
            </a:r>
            <a:endParaRPr lang="en-GB" dirty="0"/>
          </a:p>
        </p:txBody>
      </p:sp>
      <p:sp>
        <p:nvSpPr>
          <p:cNvPr id="6" name="Text Placeholder 28">
            <a:extLst>
              <a:ext uri="{FF2B5EF4-FFF2-40B4-BE49-F238E27FC236}">
                <a16:creationId xmlns:a16="http://schemas.microsoft.com/office/drawing/2014/main" id="{10DA7FAA-DCCA-CF1C-ECD1-04C3E040B2C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678" y="6311068"/>
            <a:ext cx="2881312" cy="213557"/>
          </a:xfrm>
        </p:spPr>
        <p:txBody>
          <a:bodyPr anchor="t"/>
          <a:lstStyle>
            <a:lvl1pPr marL="0" indent="0" algn="l">
              <a:spcAft>
                <a:spcPts val="600"/>
              </a:spcAft>
              <a:buFontTx/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7" name="Text Placeholder 28">
            <a:extLst>
              <a:ext uri="{FF2B5EF4-FFF2-40B4-BE49-F238E27FC236}">
                <a16:creationId xmlns:a16="http://schemas.microsoft.com/office/drawing/2014/main" id="{86B7BE92-B2BC-8117-727B-EBD35705FBC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678" y="6040944"/>
            <a:ext cx="2881312" cy="209279"/>
          </a:xfrm>
        </p:spPr>
        <p:txBody>
          <a:bodyPr anchor="t"/>
          <a:lstStyle>
            <a:lvl1pPr marL="0" indent="0" algn="l">
              <a:spcAft>
                <a:spcPts val="600"/>
              </a:spcAft>
              <a:buFontTx/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Author Name</a:t>
            </a:r>
          </a:p>
        </p:txBody>
      </p:sp>
      <p:sp>
        <p:nvSpPr>
          <p:cNvPr id="11" name="TextBox 26">
            <a:extLst>
              <a:ext uri="{FF2B5EF4-FFF2-40B4-BE49-F238E27FC236}">
                <a16:creationId xmlns:a16="http://schemas.microsoft.com/office/drawing/2014/main" id="{58D99759-E104-0D75-C1DB-0A9A0C25A47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544299" y="6574374"/>
            <a:ext cx="312738" cy="110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fld id="{2682C2D1-8EA8-E748-B66F-74D4D53CF8F8}" type="slidenum">
              <a:rPr lang="en-US" altLang="en-US" sz="800" b="0" i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lnSpc>
                  <a:spcPct val="90000"/>
                </a:lnSpc>
                <a:spcAft>
                  <a:spcPts val="600"/>
                </a:spcAft>
                <a:buFont typeface="Arial" charset="0"/>
                <a:buNone/>
                <a:defRPr/>
              </a:pPr>
              <a:t>‹#›</a:t>
            </a:fld>
            <a:endParaRPr lang="en-US" alt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20">
            <a:extLst>
              <a:ext uri="{FF2B5EF4-FFF2-40B4-BE49-F238E27FC236}">
                <a16:creationId xmlns:a16="http://schemas.microsoft.com/office/drawing/2014/main" id="{E4E6591A-AC04-6138-7360-1E12248FAD6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991884" y="6576910"/>
            <a:ext cx="4636741" cy="110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r>
              <a:rPr lang="en-GB" altLang="en-US" sz="800" b="0" i="0" dirty="0">
                <a:solidFill>
                  <a:schemeClr val="bg2">
                    <a:alpha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 Arm</a:t>
            </a:r>
          </a:p>
        </p:txBody>
      </p:sp>
      <p:pic>
        <p:nvPicPr>
          <p:cNvPr id="3" name="Picture 11">
            <a:extLst>
              <a:ext uri="{FF2B5EF4-FFF2-40B4-BE49-F238E27FC236}">
                <a16:creationId xmlns:a16="http://schemas.microsoft.com/office/drawing/2014/main" id="{7319B784-3C1F-F656-AB32-0EEEF44092C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34963" y="337495"/>
            <a:ext cx="1174240" cy="358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5405998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0_Section Divider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12C9A28-D66F-7747-1E74-38C1961657A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862" y="7805"/>
            <a:ext cx="12178136" cy="6850202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7628DB3C-BBE2-BAD3-74ED-90D9681F5F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679" y="1510375"/>
            <a:ext cx="5736792" cy="2075688"/>
          </a:xfrm>
        </p:spPr>
        <p:txBody>
          <a:bodyPr anchor="b" anchorCtr="0"/>
          <a:lstStyle>
            <a:lvl1pPr algn="l">
              <a:lnSpc>
                <a:spcPct val="85000"/>
              </a:lnSpc>
              <a:defRPr sz="4000" b="0" spc="-1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Title style</a:t>
            </a:r>
            <a:br>
              <a:rPr lang="en-US" dirty="0"/>
            </a:br>
            <a:r>
              <a:rPr lang="en-US" dirty="0"/>
              <a:t>Line 3</a:t>
            </a:r>
            <a:br>
              <a:rPr lang="en-US" dirty="0"/>
            </a:br>
            <a:r>
              <a:rPr lang="en-US" dirty="0"/>
              <a:t>Line 4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D1FAE997-0E03-68D3-875D-17B1C4032BC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0678" y="3788370"/>
            <a:ext cx="5736792" cy="702444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000">
                <a:solidFill>
                  <a:schemeClr val="bg2"/>
                </a:solidFill>
              </a:defRPr>
            </a:lvl1pPr>
            <a:lvl2pPr marL="457200" marR="0" indent="0" algn="r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edit subtitle style</a:t>
            </a:r>
            <a:endParaRPr lang="en-GB" dirty="0"/>
          </a:p>
        </p:txBody>
      </p:sp>
      <p:sp>
        <p:nvSpPr>
          <p:cNvPr id="16" name="Text Placeholder 28">
            <a:extLst>
              <a:ext uri="{FF2B5EF4-FFF2-40B4-BE49-F238E27FC236}">
                <a16:creationId xmlns:a16="http://schemas.microsoft.com/office/drawing/2014/main" id="{224B40CB-D476-E9C9-B505-35E88FC1856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678" y="6311068"/>
            <a:ext cx="2881312" cy="213557"/>
          </a:xfrm>
        </p:spPr>
        <p:txBody>
          <a:bodyPr anchor="t"/>
          <a:lstStyle>
            <a:lvl1pPr marL="0" indent="0" algn="l">
              <a:spcAft>
                <a:spcPts val="600"/>
              </a:spcAft>
              <a:buFontTx/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8BFD93A1-4541-A89C-BDAF-7EAF1393AA8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678" y="6040944"/>
            <a:ext cx="2881312" cy="209279"/>
          </a:xfrm>
        </p:spPr>
        <p:txBody>
          <a:bodyPr anchor="t"/>
          <a:lstStyle>
            <a:lvl1pPr marL="0" indent="0" algn="l">
              <a:spcAft>
                <a:spcPts val="600"/>
              </a:spcAft>
              <a:buFontTx/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Author Name</a:t>
            </a:r>
          </a:p>
        </p:txBody>
      </p:sp>
      <p:sp>
        <p:nvSpPr>
          <p:cNvPr id="20" name="TextBox 26">
            <a:extLst>
              <a:ext uri="{FF2B5EF4-FFF2-40B4-BE49-F238E27FC236}">
                <a16:creationId xmlns:a16="http://schemas.microsoft.com/office/drawing/2014/main" id="{CC3D5B98-9C9C-6A1D-03B3-EBC01D49EF0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544299" y="6574374"/>
            <a:ext cx="312738" cy="110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fld id="{2682C2D1-8EA8-E748-B66F-74D4D53CF8F8}" type="slidenum">
              <a:rPr lang="en-US" altLang="en-US" sz="800" b="0" i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lnSpc>
                  <a:spcPct val="90000"/>
                </a:lnSpc>
                <a:spcAft>
                  <a:spcPts val="600"/>
                </a:spcAft>
                <a:buFont typeface="Arial" charset="0"/>
                <a:buNone/>
                <a:defRPr/>
              </a:pPr>
              <a:t>‹#›</a:t>
            </a:fld>
            <a:endParaRPr lang="en-US" alt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F531C0C-96BA-ED29-6B5B-D13B9AB5DB2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991884" y="6576910"/>
            <a:ext cx="4636741" cy="110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r>
              <a:rPr lang="en-GB" altLang="en-US" sz="800" b="0" i="0" dirty="0">
                <a:solidFill>
                  <a:schemeClr val="bg2">
                    <a:alpha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 Arm</a:t>
            </a:r>
          </a:p>
        </p:txBody>
      </p:sp>
      <p:pic>
        <p:nvPicPr>
          <p:cNvPr id="3" name="Picture 11">
            <a:extLst>
              <a:ext uri="{FF2B5EF4-FFF2-40B4-BE49-F238E27FC236}">
                <a16:creationId xmlns:a16="http://schemas.microsoft.com/office/drawing/2014/main" id="{247756B6-0DE2-04ED-A0F2-F2FBF5F5617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34963" y="337495"/>
            <a:ext cx="1174240" cy="358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8541805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4_Section Divider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0C51FEE-E9D9-FD3A-44B4-5BF3F05123E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862" y="7805"/>
            <a:ext cx="12178135" cy="6850201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7628DB3C-BBE2-BAD3-74ED-90D9681F5F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679" y="1510375"/>
            <a:ext cx="5736792" cy="2075688"/>
          </a:xfrm>
        </p:spPr>
        <p:txBody>
          <a:bodyPr anchor="b" anchorCtr="0"/>
          <a:lstStyle>
            <a:lvl1pPr algn="l">
              <a:lnSpc>
                <a:spcPct val="85000"/>
              </a:lnSpc>
              <a:defRPr sz="4000" b="0" spc="-1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Title style</a:t>
            </a:r>
            <a:br>
              <a:rPr lang="en-US" dirty="0"/>
            </a:br>
            <a:r>
              <a:rPr lang="en-US" dirty="0"/>
              <a:t>Line 3</a:t>
            </a:r>
            <a:br>
              <a:rPr lang="en-US" dirty="0"/>
            </a:br>
            <a:r>
              <a:rPr lang="en-US" dirty="0"/>
              <a:t>Line 4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D1FAE997-0E03-68D3-875D-17B1C4032BC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0678" y="3788370"/>
            <a:ext cx="5736792" cy="702444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000">
                <a:solidFill>
                  <a:schemeClr val="bg2"/>
                </a:solidFill>
              </a:defRPr>
            </a:lvl1pPr>
            <a:lvl2pPr marL="457200" marR="0" indent="0" algn="r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edit subtitle style</a:t>
            </a:r>
            <a:endParaRPr lang="en-GB" dirty="0"/>
          </a:p>
        </p:txBody>
      </p:sp>
      <p:sp>
        <p:nvSpPr>
          <p:cNvPr id="16" name="Text Placeholder 28">
            <a:extLst>
              <a:ext uri="{FF2B5EF4-FFF2-40B4-BE49-F238E27FC236}">
                <a16:creationId xmlns:a16="http://schemas.microsoft.com/office/drawing/2014/main" id="{224B40CB-D476-E9C9-B505-35E88FC1856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678" y="6311068"/>
            <a:ext cx="2881312" cy="213557"/>
          </a:xfrm>
        </p:spPr>
        <p:txBody>
          <a:bodyPr anchor="t"/>
          <a:lstStyle>
            <a:lvl1pPr marL="0" indent="0" algn="l">
              <a:spcAft>
                <a:spcPts val="600"/>
              </a:spcAft>
              <a:buFontTx/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8BFD93A1-4541-A89C-BDAF-7EAF1393AA8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678" y="6040944"/>
            <a:ext cx="2881312" cy="209279"/>
          </a:xfrm>
        </p:spPr>
        <p:txBody>
          <a:bodyPr anchor="t"/>
          <a:lstStyle>
            <a:lvl1pPr marL="0" indent="0" algn="l">
              <a:spcAft>
                <a:spcPts val="600"/>
              </a:spcAft>
              <a:buFontTx/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Author Name</a:t>
            </a:r>
          </a:p>
        </p:txBody>
      </p:sp>
      <p:sp>
        <p:nvSpPr>
          <p:cNvPr id="20" name="TextBox 26">
            <a:extLst>
              <a:ext uri="{FF2B5EF4-FFF2-40B4-BE49-F238E27FC236}">
                <a16:creationId xmlns:a16="http://schemas.microsoft.com/office/drawing/2014/main" id="{CC3D5B98-9C9C-6A1D-03B3-EBC01D49EF0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544299" y="6574374"/>
            <a:ext cx="312738" cy="110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fld id="{2682C2D1-8EA8-E748-B66F-74D4D53CF8F8}" type="slidenum">
              <a:rPr lang="en-US" altLang="en-US" sz="800" b="0" i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lnSpc>
                  <a:spcPct val="90000"/>
                </a:lnSpc>
                <a:spcAft>
                  <a:spcPts val="600"/>
                </a:spcAft>
                <a:buFont typeface="Arial" charset="0"/>
                <a:buNone/>
                <a:defRPr/>
              </a:pPr>
              <a:t>‹#›</a:t>
            </a:fld>
            <a:endParaRPr lang="en-US" alt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F531C0C-96BA-ED29-6B5B-D13B9AB5DB2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991884" y="6576910"/>
            <a:ext cx="4636741" cy="110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r>
              <a:rPr lang="en-GB" altLang="en-US" sz="800" b="0" i="0" dirty="0">
                <a:solidFill>
                  <a:schemeClr val="bg2">
                    <a:alpha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 Arm</a:t>
            </a:r>
          </a:p>
        </p:txBody>
      </p:sp>
      <p:pic>
        <p:nvPicPr>
          <p:cNvPr id="3" name="Picture 11">
            <a:extLst>
              <a:ext uri="{FF2B5EF4-FFF2-40B4-BE49-F238E27FC236}">
                <a16:creationId xmlns:a16="http://schemas.microsoft.com/office/drawing/2014/main" id="{247756B6-0DE2-04ED-A0F2-F2FBF5F5617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34963" y="337495"/>
            <a:ext cx="1174240" cy="35824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9253B43-87A1-138E-C81E-1193F265B437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16200000">
            <a:off x="11473681" y="6255668"/>
            <a:ext cx="1167204" cy="110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r>
              <a:rPr lang="en-US" sz="800" b="0" i="0" kern="1200" dirty="0">
                <a:solidFill>
                  <a:schemeClr val="bg1">
                    <a:alpha val="60000"/>
                  </a:schemeClr>
                </a:solidFill>
                <a:effectLst/>
                <a:latin typeface="Arial" panose="020B0604020202020204" pitchFamily="34" charset="0"/>
                <a:ea typeface="ＭＳ Ｐゴシック" charset="-128"/>
                <a:cs typeface="Arial" panose="020B0604020202020204" pitchFamily="34" charset="0"/>
              </a:rPr>
              <a:t>*AI-generated image</a:t>
            </a:r>
            <a:endParaRPr lang="en-GB" altLang="en-US" sz="800" b="0" i="0" dirty="0">
              <a:solidFill>
                <a:schemeClr val="bg1">
                  <a:alpha val="6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6989302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3_Section Divider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CC6B28A-4523-72C0-1D84-8F985DDFB9A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865" y="7799"/>
            <a:ext cx="12178135" cy="6850201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7628DB3C-BBE2-BAD3-74ED-90D9681F5F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679" y="1510375"/>
            <a:ext cx="5736792" cy="2075688"/>
          </a:xfrm>
        </p:spPr>
        <p:txBody>
          <a:bodyPr anchor="b" anchorCtr="0"/>
          <a:lstStyle>
            <a:lvl1pPr algn="l">
              <a:lnSpc>
                <a:spcPct val="85000"/>
              </a:lnSpc>
              <a:defRPr sz="4000" b="0" spc="-1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Title style</a:t>
            </a:r>
            <a:br>
              <a:rPr lang="en-US" dirty="0"/>
            </a:br>
            <a:r>
              <a:rPr lang="en-US" dirty="0"/>
              <a:t>Line 3</a:t>
            </a:r>
            <a:br>
              <a:rPr lang="en-US" dirty="0"/>
            </a:br>
            <a:r>
              <a:rPr lang="en-US" dirty="0"/>
              <a:t>Line 4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D1FAE997-0E03-68D3-875D-17B1C4032BC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0678" y="3788370"/>
            <a:ext cx="5736792" cy="702444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000">
                <a:solidFill>
                  <a:schemeClr val="bg2"/>
                </a:solidFill>
              </a:defRPr>
            </a:lvl1pPr>
            <a:lvl2pPr marL="457200" marR="0" indent="0" algn="r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edit subtitle style</a:t>
            </a:r>
            <a:endParaRPr lang="en-GB" dirty="0"/>
          </a:p>
        </p:txBody>
      </p:sp>
      <p:sp>
        <p:nvSpPr>
          <p:cNvPr id="16" name="Text Placeholder 28">
            <a:extLst>
              <a:ext uri="{FF2B5EF4-FFF2-40B4-BE49-F238E27FC236}">
                <a16:creationId xmlns:a16="http://schemas.microsoft.com/office/drawing/2014/main" id="{224B40CB-D476-E9C9-B505-35E88FC1856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678" y="6311068"/>
            <a:ext cx="2881312" cy="213557"/>
          </a:xfrm>
        </p:spPr>
        <p:txBody>
          <a:bodyPr anchor="t"/>
          <a:lstStyle>
            <a:lvl1pPr marL="0" indent="0" algn="l">
              <a:spcAft>
                <a:spcPts val="600"/>
              </a:spcAft>
              <a:buFontTx/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8BFD93A1-4541-A89C-BDAF-7EAF1393AA8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678" y="6040944"/>
            <a:ext cx="2881312" cy="209279"/>
          </a:xfrm>
        </p:spPr>
        <p:txBody>
          <a:bodyPr anchor="t"/>
          <a:lstStyle>
            <a:lvl1pPr marL="0" indent="0" algn="l">
              <a:spcAft>
                <a:spcPts val="600"/>
              </a:spcAft>
              <a:buFontTx/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Author Name</a:t>
            </a:r>
          </a:p>
        </p:txBody>
      </p:sp>
      <p:sp>
        <p:nvSpPr>
          <p:cNvPr id="20" name="TextBox 26">
            <a:extLst>
              <a:ext uri="{FF2B5EF4-FFF2-40B4-BE49-F238E27FC236}">
                <a16:creationId xmlns:a16="http://schemas.microsoft.com/office/drawing/2014/main" id="{CC3D5B98-9C9C-6A1D-03B3-EBC01D49EF0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544299" y="6574374"/>
            <a:ext cx="312738" cy="110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fld id="{2682C2D1-8EA8-E748-B66F-74D4D53CF8F8}" type="slidenum">
              <a:rPr lang="en-US" altLang="en-US" sz="800" b="0" i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lnSpc>
                  <a:spcPct val="90000"/>
                </a:lnSpc>
                <a:spcAft>
                  <a:spcPts val="600"/>
                </a:spcAft>
                <a:buFont typeface="Arial" charset="0"/>
                <a:buNone/>
                <a:defRPr/>
              </a:pPr>
              <a:t>‹#›</a:t>
            </a:fld>
            <a:endParaRPr lang="en-US" alt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F531C0C-96BA-ED29-6B5B-D13B9AB5DB2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991884" y="6576910"/>
            <a:ext cx="4636741" cy="110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r>
              <a:rPr lang="en-GB" altLang="en-US" sz="800" b="0" i="0" dirty="0">
                <a:solidFill>
                  <a:schemeClr val="bg2">
                    <a:alpha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 Arm</a:t>
            </a:r>
          </a:p>
        </p:txBody>
      </p:sp>
      <p:pic>
        <p:nvPicPr>
          <p:cNvPr id="3" name="Picture 11">
            <a:extLst>
              <a:ext uri="{FF2B5EF4-FFF2-40B4-BE49-F238E27FC236}">
                <a16:creationId xmlns:a16="http://schemas.microsoft.com/office/drawing/2014/main" id="{B82D0067-8CA9-6218-6454-41F6797DA80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34963" y="337495"/>
            <a:ext cx="1174240" cy="358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9787349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9_Section Divider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12C9A28-D66F-7747-1E74-38C1961657A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863" y="7797"/>
            <a:ext cx="12178135" cy="6850200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7628DB3C-BBE2-BAD3-74ED-90D9681F5F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679" y="1510375"/>
            <a:ext cx="5736792" cy="2075688"/>
          </a:xfrm>
        </p:spPr>
        <p:txBody>
          <a:bodyPr anchor="b" anchorCtr="0"/>
          <a:lstStyle>
            <a:lvl1pPr algn="l">
              <a:lnSpc>
                <a:spcPct val="85000"/>
              </a:lnSpc>
              <a:defRPr sz="4000" b="0" spc="-1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Title style</a:t>
            </a:r>
            <a:br>
              <a:rPr lang="en-US" dirty="0"/>
            </a:br>
            <a:r>
              <a:rPr lang="en-US" dirty="0"/>
              <a:t>Line 3</a:t>
            </a:r>
            <a:br>
              <a:rPr lang="en-US" dirty="0"/>
            </a:br>
            <a:r>
              <a:rPr lang="en-US" dirty="0"/>
              <a:t>Line 4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D1FAE997-0E03-68D3-875D-17B1C4032BC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0678" y="3788370"/>
            <a:ext cx="5736792" cy="702444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000">
                <a:solidFill>
                  <a:schemeClr val="bg2"/>
                </a:solidFill>
              </a:defRPr>
            </a:lvl1pPr>
            <a:lvl2pPr marL="457200" marR="0" indent="0" algn="r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edit subtitle style</a:t>
            </a:r>
            <a:endParaRPr lang="en-GB" dirty="0"/>
          </a:p>
        </p:txBody>
      </p:sp>
      <p:sp>
        <p:nvSpPr>
          <p:cNvPr id="16" name="Text Placeholder 28">
            <a:extLst>
              <a:ext uri="{FF2B5EF4-FFF2-40B4-BE49-F238E27FC236}">
                <a16:creationId xmlns:a16="http://schemas.microsoft.com/office/drawing/2014/main" id="{224B40CB-D476-E9C9-B505-35E88FC1856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678" y="6311068"/>
            <a:ext cx="2881312" cy="213557"/>
          </a:xfrm>
        </p:spPr>
        <p:txBody>
          <a:bodyPr anchor="t"/>
          <a:lstStyle>
            <a:lvl1pPr marL="0" indent="0" algn="l">
              <a:spcAft>
                <a:spcPts val="600"/>
              </a:spcAft>
              <a:buFontTx/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8BFD93A1-4541-A89C-BDAF-7EAF1393AA8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678" y="6040944"/>
            <a:ext cx="2881312" cy="209279"/>
          </a:xfrm>
        </p:spPr>
        <p:txBody>
          <a:bodyPr anchor="t"/>
          <a:lstStyle>
            <a:lvl1pPr marL="0" indent="0" algn="l">
              <a:spcAft>
                <a:spcPts val="600"/>
              </a:spcAft>
              <a:buFontTx/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Author Name</a:t>
            </a:r>
          </a:p>
        </p:txBody>
      </p:sp>
      <p:sp>
        <p:nvSpPr>
          <p:cNvPr id="20" name="TextBox 26">
            <a:extLst>
              <a:ext uri="{FF2B5EF4-FFF2-40B4-BE49-F238E27FC236}">
                <a16:creationId xmlns:a16="http://schemas.microsoft.com/office/drawing/2014/main" id="{CC3D5B98-9C9C-6A1D-03B3-EBC01D49EF0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544299" y="6574374"/>
            <a:ext cx="312738" cy="110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fld id="{2682C2D1-8EA8-E748-B66F-74D4D53CF8F8}" type="slidenum">
              <a:rPr lang="en-US" altLang="en-US" sz="800" b="0" i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lnSpc>
                  <a:spcPct val="90000"/>
                </a:lnSpc>
                <a:spcAft>
                  <a:spcPts val="600"/>
                </a:spcAft>
                <a:buFont typeface="Arial" charset="0"/>
                <a:buNone/>
                <a:defRPr/>
              </a:pPr>
              <a:t>‹#›</a:t>
            </a:fld>
            <a:endParaRPr lang="en-US" alt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F531C0C-96BA-ED29-6B5B-D13B9AB5DB2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991884" y="6576910"/>
            <a:ext cx="4636741" cy="110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r>
              <a:rPr lang="en-GB" altLang="en-US" sz="800" b="0" i="0" dirty="0">
                <a:solidFill>
                  <a:schemeClr val="bg2">
                    <a:alpha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 Arm</a:t>
            </a:r>
          </a:p>
        </p:txBody>
      </p:sp>
      <p:pic>
        <p:nvPicPr>
          <p:cNvPr id="3" name="Picture 11">
            <a:extLst>
              <a:ext uri="{FF2B5EF4-FFF2-40B4-BE49-F238E27FC236}">
                <a16:creationId xmlns:a16="http://schemas.microsoft.com/office/drawing/2014/main" id="{B82D0067-8CA9-6218-6454-41F6797DA80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34963" y="337495"/>
            <a:ext cx="1174240" cy="358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2138359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5_Section Divider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4410528-5DE0-BCDB-2734-6C14ABC9EEF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863" y="7797"/>
            <a:ext cx="12178135" cy="6850200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7628DB3C-BBE2-BAD3-74ED-90D9681F5F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679" y="1510375"/>
            <a:ext cx="5736792" cy="2075688"/>
          </a:xfrm>
        </p:spPr>
        <p:txBody>
          <a:bodyPr anchor="b" anchorCtr="0"/>
          <a:lstStyle>
            <a:lvl1pPr algn="l">
              <a:lnSpc>
                <a:spcPct val="85000"/>
              </a:lnSpc>
              <a:defRPr sz="4000" b="0" spc="-1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Title style</a:t>
            </a:r>
            <a:br>
              <a:rPr lang="en-US" dirty="0"/>
            </a:br>
            <a:r>
              <a:rPr lang="en-US" dirty="0"/>
              <a:t>Line 3</a:t>
            </a:r>
            <a:br>
              <a:rPr lang="en-US" dirty="0"/>
            </a:br>
            <a:r>
              <a:rPr lang="en-US" dirty="0"/>
              <a:t>Line 4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D1FAE997-0E03-68D3-875D-17B1C4032BC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0678" y="3788370"/>
            <a:ext cx="5736792" cy="702444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000">
                <a:solidFill>
                  <a:schemeClr val="bg2"/>
                </a:solidFill>
              </a:defRPr>
            </a:lvl1pPr>
            <a:lvl2pPr marL="457200" marR="0" indent="0" algn="r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edit subtitle style</a:t>
            </a:r>
            <a:endParaRPr lang="en-GB" dirty="0"/>
          </a:p>
        </p:txBody>
      </p:sp>
      <p:sp>
        <p:nvSpPr>
          <p:cNvPr id="16" name="Text Placeholder 28">
            <a:extLst>
              <a:ext uri="{FF2B5EF4-FFF2-40B4-BE49-F238E27FC236}">
                <a16:creationId xmlns:a16="http://schemas.microsoft.com/office/drawing/2014/main" id="{224B40CB-D476-E9C9-B505-35E88FC1856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678" y="6311068"/>
            <a:ext cx="2881312" cy="213557"/>
          </a:xfrm>
        </p:spPr>
        <p:txBody>
          <a:bodyPr anchor="t"/>
          <a:lstStyle>
            <a:lvl1pPr marL="0" indent="0" algn="l">
              <a:spcAft>
                <a:spcPts val="600"/>
              </a:spcAft>
              <a:buFontTx/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8BFD93A1-4541-A89C-BDAF-7EAF1393AA8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678" y="6040944"/>
            <a:ext cx="2881312" cy="209279"/>
          </a:xfrm>
        </p:spPr>
        <p:txBody>
          <a:bodyPr anchor="t"/>
          <a:lstStyle>
            <a:lvl1pPr marL="0" indent="0" algn="l">
              <a:spcAft>
                <a:spcPts val="600"/>
              </a:spcAft>
              <a:buFontTx/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Author Name</a:t>
            </a:r>
          </a:p>
        </p:txBody>
      </p:sp>
      <p:sp>
        <p:nvSpPr>
          <p:cNvPr id="20" name="TextBox 26">
            <a:extLst>
              <a:ext uri="{FF2B5EF4-FFF2-40B4-BE49-F238E27FC236}">
                <a16:creationId xmlns:a16="http://schemas.microsoft.com/office/drawing/2014/main" id="{CC3D5B98-9C9C-6A1D-03B3-EBC01D49EF0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544299" y="6574374"/>
            <a:ext cx="312738" cy="110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fld id="{2682C2D1-8EA8-E748-B66F-74D4D53CF8F8}" type="slidenum">
              <a:rPr lang="en-US" altLang="en-US" sz="800" b="0" i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lnSpc>
                  <a:spcPct val="90000"/>
                </a:lnSpc>
                <a:spcAft>
                  <a:spcPts val="600"/>
                </a:spcAft>
                <a:buFont typeface="Arial" charset="0"/>
                <a:buNone/>
                <a:defRPr/>
              </a:pPr>
              <a:t>‹#›</a:t>
            </a:fld>
            <a:endParaRPr lang="en-US" alt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F531C0C-96BA-ED29-6B5B-D13B9AB5DB2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991884" y="6576910"/>
            <a:ext cx="4636741" cy="110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r>
              <a:rPr lang="en-GB" altLang="en-US" sz="800" b="0" i="0" dirty="0">
                <a:solidFill>
                  <a:schemeClr val="bg2">
                    <a:alpha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 Arm</a:t>
            </a:r>
          </a:p>
        </p:txBody>
      </p:sp>
      <p:pic>
        <p:nvPicPr>
          <p:cNvPr id="3" name="Picture 11">
            <a:extLst>
              <a:ext uri="{FF2B5EF4-FFF2-40B4-BE49-F238E27FC236}">
                <a16:creationId xmlns:a16="http://schemas.microsoft.com/office/drawing/2014/main" id="{B82D0067-8CA9-6218-6454-41F6797DA80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34963" y="337495"/>
            <a:ext cx="1174240" cy="358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1748928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7_Section Divider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4410528-5DE0-BCDB-2734-6C14ABC9EEF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864" y="7797"/>
            <a:ext cx="12178133" cy="6850200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7628DB3C-BBE2-BAD3-74ED-90D9681F5F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679" y="1510375"/>
            <a:ext cx="5736792" cy="2075688"/>
          </a:xfrm>
        </p:spPr>
        <p:txBody>
          <a:bodyPr anchor="b" anchorCtr="0"/>
          <a:lstStyle>
            <a:lvl1pPr algn="l">
              <a:lnSpc>
                <a:spcPct val="85000"/>
              </a:lnSpc>
              <a:defRPr sz="4000" b="0" spc="-1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Title style</a:t>
            </a:r>
            <a:br>
              <a:rPr lang="en-US" dirty="0"/>
            </a:br>
            <a:r>
              <a:rPr lang="en-US" dirty="0"/>
              <a:t>Line 3</a:t>
            </a:r>
            <a:br>
              <a:rPr lang="en-US" dirty="0"/>
            </a:br>
            <a:r>
              <a:rPr lang="en-US" dirty="0"/>
              <a:t>Line 4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D1FAE997-0E03-68D3-875D-17B1C4032BC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0678" y="3788370"/>
            <a:ext cx="5736792" cy="702444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000">
                <a:solidFill>
                  <a:schemeClr val="bg2"/>
                </a:solidFill>
              </a:defRPr>
            </a:lvl1pPr>
            <a:lvl2pPr marL="457200" marR="0" indent="0" algn="r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edit subtitle style</a:t>
            </a:r>
            <a:endParaRPr lang="en-GB" dirty="0"/>
          </a:p>
        </p:txBody>
      </p:sp>
      <p:sp>
        <p:nvSpPr>
          <p:cNvPr id="16" name="Text Placeholder 28">
            <a:extLst>
              <a:ext uri="{FF2B5EF4-FFF2-40B4-BE49-F238E27FC236}">
                <a16:creationId xmlns:a16="http://schemas.microsoft.com/office/drawing/2014/main" id="{224B40CB-D476-E9C9-B505-35E88FC1856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678" y="6311068"/>
            <a:ext cx="2881312" cy="213557"/>
          </a:xfrm>
        </p:spPr>
        <p:txBody>
          <a:bodyPr anchor="t"/>
          <a:lstStyle>
            <a:lvl1pPr marL="0" indent="0" algn="l">
              <a:spcAft>
                <a:spcPts val="600"/>
              </a:spcAft>
              <a:buFontTx/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8BFD93A1-4541-A89C-BDAF-7EAF1393AA8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678" y="6040944"/>
            <a:ext cx="2881312" cy="209279"/>
          </a:xfrm>
        </p:spPr>
        <p:txBody>
          <a:bodyPr anchor="t"/>
          <a:lstStyle>
            <a:lvl1pPr marL="0" indent="0" algn="l">
              <a:spcAft>
                <a:spcPts val="600"/>
              </a:spcAft>
              <a:buFontTx/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Author Name</a:t>
            </a:r>
          </a:p>
        </p:txBody>
      </p:sp>
      <p:sp>
        <p:nvSpPr>
          <p:cNvPr id="20" name="TextBox 26">
            <a:extLst>
              <a:ext uri="{FF2B5EF4-FFF2-40B4-BE49-F238E27FC236}">
                <a16:creationId xmlns:a16="http://schemas.microsoft.com/office/drawing/2014/main" id="{CC3D5B98-9C9C-6A1D-03B3-EBC01D49EF0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544299" y="6574374"/>
            <a:ext cx="312738" cy="110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fld id="{2682C2D1-8EA8-E748-B66F-74D4D53CF8F8}" type="slidenum">
              <a:rPr lang="en-US" altLang="en-US" sz="800" b="0" i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lnSpc>
                  <a:spcPct val="90000"/>
                </a:lnSpc>
                <a:spcAft>
                  <a:spcPts val="600"/>
                </a:spcAft>
                <a:buFont typeface="Arial" charset="0"/>
                <a:buNone/>
                <a:defRPr/>
              </a:pPr>
              <a:t>‹#›</a:t>
            </a:fld>
            <a:endParaRPr lang="en-US" alt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F531C0C-96BA-ED29-6B5B-D13B9AB5DB2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991884" y="6576910"/>
            <a:ext cx="4636741" cy="110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r>
              <a:rPr lang="en-GB" altLang="en-US" sz="800" b="0" i="0" dirty="0">
                <a:solidFill>
                  <a:schemeClr val="bg2">
                    <a:alpha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 Arm</a:t>
            </a:r>
          </a:p>
        </p:txBody>
      </p:sp>
      <p:pic>
        <p:nvPicPr>
          <p:cNvPr id="3" name="Picture 11">
            <a:extLst>
              <a:ext uri="{FF2B5EF4-FFF2-40B4-BE49-F238E27FC236}">
                <a16:creationId xmlns:a16="http://schemas.microsoft.com/office/drawing/2014/main" id="{B82D0067-8CA9-6218-6454-41F6797DA80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34963" y="337495"/>
            <a:ext cx="1174240" cy="358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0036264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8_Section Divider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4410528-5DE0-BCDB-2734-6C14ABC9EEF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864" y="7797"/>
            <a:ext cx="12178133" cy="6850199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7628DB3C-BBE2-BAD3-74ED-90D9681F5F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679" y="1510375"/>
            <a:ext cx="5736792" cy="2075688"/>
          </a:xfrm>
        </p:spPr>
        <p:txBody>
          <a:bodyPr anchor="b" anchorCtr="0"/>
          <a:lstStyle>
            <a:lvl1pPr algn="l">
              <a:lnSpc>
                <a:spcPct val="85000"/>
              </a:lnSpc>
              <a:defRPr sz="4000" b="0" spc="-1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Title style</a:t>
            </a:r>
            <a:br>
              <a:rPr lang="en-US" dirty="0"/>
            </a:br>
            <a:r>
              <a:rPr lang="en-US" dirty="0"/>
              <a:t>Line 3</a:t>
            </a:r>
            <a:br>
              <a:rPr lang="en-US" dirty="0"/>
            </a:br>
            <a:r>
              <a:rPr lang="en-US" dirty="0"/>
              <a:t>Line 4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D1FAE997-0E03-68D3-875D-17B1C4032BC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0678" y="3788370"/>
            <a:ext cx="5736792" cy="702444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000">
                <a:solidFill>
                  <a:schemeClr val="bg2"/>
                </a:solidFill>
              </a:defRPr>
            </a:lvl1pPr>
            <a:lvl2pPr marL="457200" marR="0" indent="0" algn="r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edit subtitle style</a:t>
            </a:r>
            <a:endParaRPr lang="en-GB" dirty="0"/>
          </a:p>
        </p:txBody>
      </p:sp>
      <p:sp>
        <p:nvSpPr>
          <p:cNvPr id="16" name="Text Placeholder 28">
            <a:extLst>
              <a:ext uri="{FF2B5EF4-FFF2-40B4-BE49-F238E27FC236}">
                <a16:creationId xmlns:a16="http://schemas.microsoft.com/office/drawing/2014/main" id="{224B40CB-D476-E9C9-B505-35E88FC1856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678" y="6311068"/>
            <a:ext cx="2881312" cy="213557"/>
          </a:xfrm>
        </p:spPr>
        <p:txBody>
          <a:bodyPr anchor="t"/>
          <a:lstStyle>
            <a:lvl1pPr marL="0" indent="0" algn="l">
              <a:spcAft>
                <a:spcPts val="600"/>
              </a:spcAft>
              <a:buFontTx/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8BFD93A1-4541-A89C-BDAF-7EAF1393AA8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678" y="6040944"/>
            <a:ext cx="2881312" cy="209279"/>
          </a:xfrm>
        </p:spPr>
        <p:txBody>
          <a:bodyPr anchor="t"/>
          <a:lstStyle>
            <a:lvl1pPr marL="0" indent="0" algn="l">
              <a:spcAft>
                <a:spcPts val="600"/>
              </a:spcAft>
              <a:buFontTx/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Author Name</a:t>
            </a:r>
          </a:p>
        </p:txBody>
      </p:sp>
      <p:sp>
        <p:nvSpPr>
          <p:cNvPr id="20" name="TextBox 26">
            <a:extLst>
              <a:ext uri="{FF2B5EF4-FFF2-40B4-BE49-F238E27FC236}">
                <a16:creationId xmlns:a16="http://schemas.microsoft.com/office/drawing/2014/main" id="{CC3D5B98-9C9C-6A1D-03B3-EBC01D49EF0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544299" y="6574374"/>
            <a:ext cx="312738" cy="110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fld id="{2682C2D1-8EA8-E748-B66F-74D4D53CF8F8}" type="slidenum">
              <a:rPr lang="en-US" altLang="en-US" sz="800" b="0" i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lnSpc>
                  <a:spcPct val="90000"/>
                </a:lnSpc>
                <a:spcAft>
                  <a:spcPts val="600"/>
                </a:spcAft>
                <a:buFont typeface="Arial" charset="0"/>
                <a:buNone/>
                <a:defRPr/>
              </a:pPr>
              <a:t>‹#›</a:t>
            </a:fld>
            <a:endParaRPr lang="en-US" alt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F531C0C-96BA-ED29-6B5B-D13B9AB5DB2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991884" y="6576910"/>
            <a:ext cx="4636741" cy="110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r>
              <a:rPr lang="en-GB" altLang="en-US" sz="800" b="0" i="0" dirty="0">
                <a:solidFill>
                  <a:schemeClr val="bg2">
                    <a:alpha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 Arm</a:t>
            </a:r>
          </a:p>
        </p:txBody>
      </p:sp>
      <p:pic>
        <p:nvPicPr>
          <p:cNvPr id="3" name="Picture 11">
            <a:extLst>
              <a:ext uri="{FF2B5EF4-FFF2-40B4-BE49-F238E27FC236}">
                <a16:creationId xmlns:a16="http://schemas.microsoft.com/office/drawing/2014/main" id="{B82D0067-8CA9-6218-6454-41F6797DA80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34963" y="337495"/>
            <a:ext cx="1174240" cy="358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87644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0_Section Divider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96B7976-8EBB-7622-D954-56865599D67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870" y="7802"/>
            <a:ext cx="12178129" cy="6850198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7628DB3C-BBE2-BAD3-74ED-90D9681F5F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679" y="1510375"/>
            <a:ext cx="5736792" cy="2075688"/>
          </a:xfrm>
        </p:spPr>
        <p:txBody>
          <a:bodyPr anchor="b" anchorCtr="0"/>
          <a:lstStyle>
            <a:lvl1pPr algn="l">
              <a:lnSpc>
                <a:spcPct val="85000"/>
              </a:lnSpc>
              <a:defRPr sz="4000" b="0" spc="-1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Title style</a:t>
            </a:r>
            <a:br>
              <a:rPr lang="en-US" dirty="0"/>
            </a:br>
            <a:r>
              <a:rPr lang="en-US" dirty="0"/>
              <a:t>Line 3</a:t>
            </a:r>
            <a:br>
              <a:rPr lang="en-US" dirty="0"/>
            </a:br>
            <a:r>
              <a:rPr lang="en-US" dirty="0"/>
              <a:t>Line 4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D1FAE997-0E03-68D3-875D-17B1C4032BC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0678" y="3788370"/>
            <a:ext cx="5736792" cy="702444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000">
                <a:solidFill>
                  <a:schemeClr val="bg2"/>
                </a:solidFill>
              </a:defRPr>
            </a:lvl1pPr>
            <a:lvl2pPr marL="457200" marR="0" indent="0" algn="r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edit subtitle style</a:t>
            </a:r>
            <a:endParaRPr lang="en-GB" dirty="0"/>
          </a:p>
        </p:txBody>
      </p:sp>
      <p:sp>
        <p:nvSpPr>
          <p:cNvPr id="16" name="Text Placeholder 28">
            <a:extLst>
              <a:ext uri="{FF2B5EF4-FFF2-40B4-BE49-F238E27FC236}">
                <a16:creationId xmlns:a16="http://schemas.microsoft.com/office/drawing/2014/main" id="{224B40CB-D476-E9C9-B505-35E88FC1856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678" y="6311068"/>
            <a:ext cx="2881312" cy="213557"/>
          </a:xfrm>
        </p:spPr>
        <p:txBody>
          <a:bodyPr anchor="t"/>
          <a:lstStyle>
            <a:lvl1pPr marL="0" indent="0" algn="l">
              <a:spcAft>
                <a:spcPts val="600"/>
              </a:spcAft>
              <a:buFontTx/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8BFD93A1-4541-A89C-BDAF-7EAF1393AA8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678" y="6040944"/>
            <a:ext cx="2881312" cy="209279"/>
          </a:xfrm>
        </p:spPr>
        <p:txBody>
          <a:bodyPr anchor="t"/>
          <a:lstStyle>
            <a:lvl1pPr marL="0" indent="0" algn="l">
              <a:spcAft>
                <a:spcPts val="600"/>
              </a:spcAft>
              <a:buFontTx/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Author Name</a:t>
            </a:r>
          </a:p>
        </p:txBody>
      </p:sp>
      <p:sp>
        <p:nvSpPr>
          <p:cNvPr id="20" name="TextBox 26">
            <a:extLst>
              <a:ext uri="{FF2B5EF4-FFF2-40B4-BE49-F238E27FC236}">
                <a16:creationId xmlns:a16="http://schemas.microsoft.com/office/drawing/2014/main" id="{CC3D5B98-9C9C-6A1D-03B3-EBC01D49EF0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544299" y="6574374"/>
            <a:ext cx="312738" cy="110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fld id="{2682C2D1-8EA8-E748-B66F-74D4D53CF8F8}" type="slidenum">
              <a:rPr lang="en-US" altLang="en-US" sz="800" b="0" i="0" smtClean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lnSpc>
                  <a:spcPct val="90000"/>
                </a:lnSpc>
                <a:spcAft>
                  <a:spcPts val="600"/>
                </a:spcAft>
                <a:buFont typeface="Arial" charset="0"/>
                <a:buNone/>
                <a:defRPr/>
              </a:pPr>
              <a:t>‹#›</a:t>
            </a:fld>
            <a:endParaRPr lang="en-US" altLang="en-US" sz="800" b="0" i="0" dirty="0">
              <a:solidFill>
                <a:schemeClr val="accent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F531C0C-96BA-ED29-6B5B-D13B9AB5DB2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991884" y="6576910"/>
            <a:ext cx="4636741" cy="110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r>
              <a:rPr lang="en-GB" altLang="en-US" sz="800" b="0" i="0" dirty="0">
                <a:solidFill>
                  <a:schemeClr val="accent6">
                    <a:alpha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 Arm</a:t>
            </a:r>
          </a:p>
        </p:txBody>
      </p:sp>
      <p:pic>
        <p:nvPicPr>
          <p:cNvPr id="3" name="Picture 11">
            <a:extLst>
              <a:ext uri="{FF2B5EF4-FFF2-40B4-BE49-F238E27FC236}">
                <a16:creationId xmlns:a16="http://schemas.microsoft.com/office/drawing/2014/main" id="{B82D0067-8CA9-6218-6454-41F6797DA80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34963" y="337495"/>
            <a:ext cx="1174240" cy="358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5315296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2_Section Divider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707A330-9574-FF87-EA8A-044AA15C75C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F6CC56AD-D686-63C5-BB2B-518B630FED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3429000"/>
            <a:ext cx="5761037" cy="2067993"/>
          </a:xfrm>
        </p:spPr>
        <p:txBody>
          <a:bodyPr anchor="t" anchorCtr="0"/>
          <a:lstStyle>
            <a:lvl1pPr algn="l">
              <a:lnSpc>
                <a:spcPct val="85000"/>
              </a:lnSpc>
              <a:defRPr sz="4000" b="0" spc="-1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Title style</a:t>
            </a:r>
            <a:br>
              <a:rPr lang="en-US" dirty="0"/>
            </a:br>
            <a:r>
              <a:rPr lang="en-US" dirty="0"/>
              <a:t>Line 3</a:t>
            </a:r>
            <a:br>
              <a:rPr lang="en-US" dirty="0"/>
            </a:br>
            <a:r>
              <a:rPr lang="en-US" dirty="0"/>
              <a:t>Line 4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7AF4665F-72C8-35D6-B739-29F9B634F22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6000" y="5521072"/>
            <a:ext cx="5761037" cy="702444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000">
                <a:solidFill>
                  <a:schemeClr val="bg1"/>
                </a:solidFill>
              </a:defRPr>
            </a:lvl1pPr>
            <a:lvl2pPr marL="457200" marR="0" indent="0" algn="r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edit subtitle style</a:t>
            </a:r>
            <a:endParaRPr lang="en-GB" dirty="0"/>
          </a:p>
        </p:txBody>
      </p:sp>
      <p:sp>
        <p:nvSpPr>
          <p:cNvPr id="2" name="TextBox 26">
            <a:extLst>
              <a:ext uri="{FF2B5EF4-FFF2-40B4-BE49-F238E27FC236}">
                <a16:creationId xmlns:a16="http://schemas.microsoft.com/office/drawing/2014/main" id="{BB9A4980-8130-ECF6-18D2-66F6B69AA99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544299" y="6574374"/>
            <a:ext cx="312738" cy="110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fld id="{2682C2D1-8EA8-E748-B66F-74D4D53CF8F8}" type="slidenum">
              <a:rPr lang="en-US" altLang="en-US" sz="800" b="0" i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lnSpc>
                  <a:spcPct val="90000"/>
                </a:lnSpc>
                <a:spcAft>
                  <a:spcPts val="600"/>
                </a:spcAft>
                <a:buFont typeface="Arial" charset="0"/>
                <a:buNone/>
                <a:defRPr/>
              </a:pPr>
              <a:t>‹#›</a:t>
            </a:fld>
            <a:endParaRPr lang="en-US" alt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0">
            <a:extLst>
              <a:ext uri="{FF2B5EF4-FFF2-40B4-BE49-F238E27FC236}">
                <a16:creationId xmlns:a16="http://schemas.microsoft.com/office/drawing/2014/main" id="{CBE749A6-B33A-E319-7094-1F262F5C1BCF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991884" y="6576910"/>
            <a:ext cx="4636741" cy="110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r>
              <a:rPr lang="en-GB" altLang="en-US" sz="800" b="0" i="0" dirty="0">
                <a:solidFill>
                  <a:schemeClr val="bg2">
                    <a:alpha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 Arm</a:t>
            </a:r>
          </a:p>
        </p:txBody>
      </p:sp>
      <p:pic>
        <p:nvPicPr>
          <p:cNvPr id="5" name="Picture 22">
            <a:extLst>
              <a:ext uri="{FF2B5EF4-FFF2-40B4-BE49-F238E27FC236}">
                <a16:creationId xmlns:a16="http://schemas.microsoft.com/office/drawing/2014/main" id="{0ADAB8D7-1DCB-8960-3C98-4CD06791267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34963" y="6531048"/>
            <a:ext cx="507599" cy="154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653633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0_Section Divider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F13F000-A104-801F-0097-B2AF6720249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66A6BA01-5647-C911-2D6F-EA1B5776D3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429000"/>
            <a:ext cx="5151437" cy="2067993"/>
          </a:xfrm>
        </p:spPr>
        <p:txBody>
          <a:bodyPr anchor="t" anchorCtr="0"/>
          <a:lstStyle>
            <a:lvl1pPr algn="l">
              <a:lnSpc>
                <a:spcPct val="85000"/>
              </a:lnSpc>
              <a:defRPr sz="4000" b="0" spc="-1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Title style</a:t>
            </a:r>
            <a:br>
              <a:rPr lang="en-US" dirty="0"/>
            </a:br>
            <a:r>
              <a:rPr lang="en-US" dirty="0"/>
              <a:t>Line 3</a:t>
            </a:r>
            <a:br>
              <a:rPr lang="en-US" dirty="0"/>
            </a:br>
            <a:r>
              <a:rPr lang="en-US" dirty="0"/>
              <a:t>Line 4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64FD42E4-6767-D4AE-8D21-E0B19801A4A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34963" y="5521072"/>
            <a:ext cx="5151437" cy="292988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000">
                <a:solidFill>
                  <a:schemeClr val="bg1"/>
                </a:solidFill>
              </a:defRPr>
            </a:lvl1pPr>
            <a:lvl2pPr marL="457200" marR="0" indent="0" algn="r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edit subtitle style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31DFDF6-9085-6EAC-DBD9-835D60E9048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2" y="1"/>
            <a:ext cx="6095999" cy="6857999"/>
          </a:xfrm>
          <a:custGeom>
            <a:avLst/>
            <a:gdLst>
              <a:gd name="connsiteX0" fmla="*/ 2621816 w 6095999"/>
              <a:gd name="connsiteY0" fmla="*/ 0 h 6857999"/>
              <a:gd name="connsiteX1" fmla="*/ 6095999 w 6095999"/>
              <a:gd name="connsiteY1" fmla="*/ 0 h 6857999"/>
              <a:gd name="connsiteX2" fmla="*/ 6095999 w 6095999"/>
              <a:gd name="connsiteY2" fmla="*/ 6857999 h 6857999"/>
              <a:gd name="connsiteX3" fmla="*/ 282366 w 6095999"/>
              <a:gd name="connsiteY3" fmla="*/ 6857999 h 6857999"/>
              <a:gd name="connsiteX4" fmla="*/ 274899 w 6095999"/>
              <a:gd name="connsiteY4" fmla="*/ 6835933 h 6857999"/>
              <a:gd name="connsiteX5" fmla="*/ 0 w 6095999"/>
              <a:gd name="connsiteY5" fmla="*/ 5017647 h 6857999"/>
              <a:gd name="connsiteX6" fmla="*/ 2456125 w 6095999"/>
              <a:gd name="connsiteY6" fmla="*/ 11782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5999" h="6857999">
                <a:moveTo>
                  <a:pt x="2621816" y="0"/>
                </a:moveTo>
                <a:lnTo>
                  <a:pt x="6095999" y="0"/>
                </a:lnTo>
                <a:lnTo>
                  <a:pt x="6095999" y="6857999"/>
                </a:lnTo>
                <a:lnTo>
                  <a:pt x="282366" y="6857999"/>
                </a:lnTo>
                <a:lnTo>
                  <a:pt x="274899" y="6835933"/>
                </a:lnTo>
                <a:cubicBezTo>
                  <a:pt x="96244" y="6261537"/>
                  <a:pt x="0" y="5650832"/>
                  <a:pt x="0" y="5017647"/>
                </a:cubicBezTo>
                <a:cubicBezTo>
                  <a:pt x="0" y="3012563"/>
                  <a:pt x="965106" y="1232891"/>
                  <a:pt x="2456125" y="117826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  <p:sp>
        <p:nvSpPr>
          <p:cNvPr id="2" name="TextBox 20">
            <a:extLst>
              <a:ext uri="{FF2B5EF4-FFF2-40B4-BE49-F238E27FC236}">
                <a16:creationId xmlns:a16="http://schemas.microsoft.com/office/drawing/2014/main" id="{E02835C5-4DEE-70B9-50F4-79DDD2F5467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991884" y="6576910"/>
            <a:ext cx="4636741" cy="110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r>
              <a:rPr lang="en-GB" altLang="en-US" sz="800" b="0" i="0" dirty="0">
                <a:solidFill>
                  <a:schemeClr val="tx1">
                    <a:alpha val="50199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 Arm</a:t>
            </a:r>
          </a:p>
        </p:txBody>
      </p:sp>
      <p:pic>
        <p:nvPicPr>
          <p:cNvPr id="9" name="Picture 22">
            <a:extLst>
              <a:ext uri="{FF2B5EF4-FFF2-40B4-BE49-F238E27FC236}">
                <a16:creationId xmlns:a16="http://schemas.microsoft.com/office/drawing/2014/main" id="{60B03EC4-2B84-59E9-0172-A7A8EBD8C21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34963" y="6531048"/>
            <a:ext cx="507599" cy="154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7836641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3_Section Divider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5452530-8D0F-E4EB-D435-CBF6876024E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DFDC1D25-6FCB-8092-1FCC-26E803925C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429000"/>
            <a:ext cx="5151437" cy="2067993"/>
          </a:xfrm>
        </p:spPr>
        <p:txBody>
          <a:bodyPr anchor="t" anchorCtr="0"/>
          <a:lstStyle>
            <a:lvl1pPr algn="l">
              <a:lnSpc>
                <a:spcPct val="85000"/>
              </a:lnSpc>
              <a:defRPr sz="4000" b="0" spc="-1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Title style</a:t>
            </a:r>
            <a:br>
              <a:rPr lang="en-US" dirty="0"/>
            </a:br>
            <a:r>
              <a:rPr lang="en-US" dirty="0"/>
              <a:t>Line 3</a:t>
            </a:r>
            <a:br>
              <a:rPr lang="en-US" dirty="0"/>
            </a:br>
            <a:r>
              <a:rPr lang="en-US" dirty="0"/>
              <a:t>Line 4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69E6ED46-B083-9C27-8B6F-DD34AFF90CE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34963" y="5521072"/>
            <a:ext cx="5151437" cy="292988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000">
                <a:solidFill>
                  <a:schemeClr val="bg1"/>
                </a:solidFill>
              </a:defRPr>
            </a:lvl1pPr>
            <a:lvl2pPr marL="457200" marR="0" indent="0" algn="r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edit subtitle style</a:t>
            </a:r>
            <a:endParaRPr lang="en-GB" dirty="0"/>
          </a:p>
        </p:txBody>
      </p:sp>
      <p:sp>
        <p:nvSpPr>
          <p:cNvPr id="4" name="TextBox 26">
            <a:extLst>
              <a:ext uri="{FF2B5EF4-FFF2-40B4-BE49-F238E27FC236}">
                <a16:creationId xmlns:a16="http://schemas.microsoft.com/office/drawing/2014/main" id="{E028FDAC-A9BD-F631-C307-851E93DC74E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544299" y="6574374"/>
            <a:ext cx="312738" cy="110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fld id="{2682C2D1-8EA8-E748-B66F-74D4D53CF8F8}" type="slidenum">
              <a:rPr lang="en-US" altLang="en-US" sz="800" b="0" i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lnSpc>
                  <a:spcPct val="90000"/>
                </a:lnSpc>
                <a:spcAft>
                  <a:spcPts val="600"/>
                </a:spcAft>
                <a:buFont typeface="Arial" charset="0"/>
                <a:buNone/>
                <a:defRPr/>
              </a:pPr>
              <a:t>‹#›</a:t>
            </a:fld>
            <a:endParaRPr lang="en-US" alt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20">
            <a:extLst>
              <a:ext uri="{FF2B5EF4-FFF2-40B4-BE49-F238E27FC236}">
                <a16:creationId xmlns:a16="http://schemas.microsoft.com/office/drawing/2014/main" id="{0E59B338-4397-5596-94B2-7E7477079AE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991884" y="6576910"/>
            <a:ext cx="4636741" cy="110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r>
              <a:rPr lang="en-GB" altLang="en-US" sz="800" b="0" i="0" dirty="0">
                <a:solidFill>
                  <a:schemeClr val="bg2">
                    <a:alpha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 Arm</a:t>
            </a:r>
          </a:p>
        </p:txBody>
      </p:sp>
      <p:pic>
        <p:nvPicPr>
          <p:cNvPr id="7" name="Picture 22">
            <a:extLst>
              <a:ext uri="{FF2B5EF4-FFF2-40B4-BE49-F238E27FC236}">
                <a16:creationId xmlns:a16="http://schemas.microsoft.com/office/drawing/2014/main" id="{AABC144D-EDF8-2933-D9F3-317A198BAAD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34963" y="6531048"/>
            <a:ext cx="507599" cy="154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8079156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34962" y="333375"/>
            <a:ext cx="11522073" cy="527685"/>
          </a:xfrm>
        </p:spPr>
        <p:txBody>
          <a:bodyPr anchor="t"/>
          <a:lstStyle>
            <a:lvl1pPr>
              <a:defRPr sz="30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idx="1" hasCustomPrompt="1"/>
          </p:nvPr>
        </p:nvSpPr>
        <p:spPr>
          <a:xfrm>
            <a:off x="334963" y="952036"/>
            <a:ext cx="11522074" cy="5212544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1pPr>
            <a:lvl2pPr marL="672783" indent="-166688">
              <a:lnSpc>
                <a:spcPct val="100000"/>
              </a:lnSpc>
              <a:spcAft>
                <a:spcPts val="0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947103" indent="-166688">
              <a:lnSpc>
                <a:spcPct val="100000"/>
              </a:lnSpc>
              <a:spcAft>
                <a:spcPts val="0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293178" indent="-173038">
              <a:lnSpc>
                <a:spcPct val="100000"/>
              </a:lnSpc>
              <a:spcAft>
                <a:spcPts val="0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4pPr>
            <a:lvl5pPr marL="1518603" indent="-168275">
              <a:lnSpc>
                <a:spcPct val="100000"/>
              </a:lnSpc>
              <a:spcAft>
                <a:spcPts val="0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noProof="0" dirty="0"/>
              <a:t>Click to edit text styles with Top Level Bullet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21402359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 slide w/ Su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34963" y="333375"/>
            <a:ext cx="11233150" cy="451869"/>
          </a:xfrm>
        </p:spPr>
        <p:txBody>
          <a:bodyPr anchor="t"/>
          <a:lstStyle>
            <a:lvl1pPr>
              <a:defRPr sz="3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44" name="Text Placeholder 43"/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785244"/>
            <a:ext cx="11233150" cy="344488"/>
          </a:xfrm>
        </p:spPr>
        <p:txBody>
          <a:bodyPr/>
          <a:lstStyle>
            <a:lvl1pPr marL="0" indent="0">
              <a:buNone/>
              <a:defRPr lang="en-US" sz="220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idx="1" hasCustomPrompt="1"/>
          </p:nvPr>
        </p:nvSpPr>
        <p:spPr>
          <a:xfrm>
            <a:off x="334962" y="1333362"/>
            <a:ext cx="11522075" cy="4937898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 sz="2400">
                <a:solidFill>
                  <a:schemeClr val="bg1"/>
                </a:solidFill>
              </a:defRPr>
            </a:lvl1pPr>
            <a:lvl2pPr marL="581343" indent="-166688">
              <a:lnSpc>
                <a:spcPct val="100000"/>
              </a:lnSpc>
              <a:spcAft>
                <a:spcPts val="0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855663" indent="-166688">
              <a:lnSpc>
                <a:spcPct val="100000"/>
              </a:lnSpc>
              <a:spcAft>
                <a:spcPts val="0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1201738" indent="-173038">
              <a:lnSpc>
                <a:spcPct val="100000"/>
              </a:lnSpc>
              <a:spcAft>
                <a:spcPts val="0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4pPr>
            <a:lvl5pPr marL="1427163" indent="-168275">
              <a:lnSpc>
                <a:spcPct val="100000"/>
              </a:lnSpc>
              <a:spcAft>
                <a:spcPts val="0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02753468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sli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9" hasCustomPrompt="1"/>
          </p:nvPr>
        </p:nvSpPr>
        <p:spPr>
          <a:xfrm>
            <a:off x="341681" y="2202443"/>
            <a:ext cx="5515504" cy="3933245"/>
          </a:xfrm>
        </p:spPr>
        <p:txBody>
          <a:bodyPr/>
          <a:lstStyle>
            <a:lvl1pPr marL="342900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1pPr>
            <a:lvl2pPr marL="581343" indent="-166688" algn="l">
              <a:lnSpc>
                <a:spcPct val="100000"/>
              </a:lnSpc>
              <a:spcAft>
                <a:spcPts val="0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2pPr>
            <a:lvl3pPr marL="947103" indent="-166688" algn="l">
              <a:lnSpc>
                <a:spcPct val="100000"/>
              </a:lnSpc>
              <a:spcAft>
                <a:spcPts val="0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1293178" indent="-173038" algn="l">
              <a:lnSpc>
                <a:spcPct val="100000"/>
              </a:lnSpc>
              <a:spcAft>
                <a:spcPts val="0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4pPr>
            <a:lvl5pPr marL="1518603" indent="-168275" algn="l">
              <a:lnSpc>
                <a:spcPct val="100000"/>
              </a:lnSpc>
              <a:spcAft>
                <a:spcPts val="0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21" hasCustomPrompt="1"/>
          </p:nvPr>
        </p:nvSpPr>
        <p:spPr>
          <a:xfrm>
            <a:off x="6339946" y="2202442"/>
            <a:ext cx="5517085" cy="3933246"/>
          </a:xfrm>
        </p:spPr>
        <p:txBody>
          <a:bodyPr/>
          <a:lstStyle>
            <a:lvl1pPr marL="342900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1pPr>
            <a:lvl2pPr marL="581343" indent="-166688">
              <a:lnSpc>
                <a:spcPct val="100000"/>
              </a:lnSpc>
              <a:spcAft>
                <a:spcPts val="0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2pPr>
            <a:lvl3pPr marL="947103" indent="-166688">
              <a:lnSpc>
                <a:spcPct val="100000"/>
              </a:lnSpc>
              <a:spcAft>
                <a:spcPts val="0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1293178" indent="-173038">
              <a:lnSpc>
                <a:spcPct val="100000"/>
              </a:lnSpc>
              <a:spcAft>
                <a:spcPts val="0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4pPr>
            <a:lvl5pPr marL="1518603" indent="-168275">
              <a:lnSpc>
                <a:spcPct val="100000"/>
              </a:lnSpc>
              <a:spcAft>
                <a:spcPts val="0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67EC98B-3D70-F06A-BE88-1F7285E8B7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33375"/>
            <a:ext cx="11233150" cy="451869"/>
          </a:xfrm>
        </p:spPr>
        <p:txBody>
          <a:bodyPr anchor="t"/>
          <a:lstStyle>
            <a:lvl1pPr>
              <a:defRPr sz="3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8E224E82-2A38-C155-7A0E-F9FC190DD6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785244"/>
            <a:ext cx="11233150" cy="344488"/>
          </a:xfrm>
        </p:spPr>
        <p:txBody>
          <a:bodyPr/>
          <a:lstStyle>
            <a:lvl1pPr marL="0" indent="0">
              <a:buNone/>
              <a:defRPr lang="en-US" sz="22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8" name="Text Placeholder 131">
            <a:extLst>
              <a:ext uri="{FF2B5EF4-FFF2-40B4-BE49-F238E27FC236}">
                <a16:creationId xmlns:a16="http://schemas.microsoft.com/office/drawing/2014/main" id="{6CCD66A5-721B-8D5F-614C-1ABC04648D7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39946" y="1629286"/>
            <a:ext cx="5517092" cy="542459"/>
          </a:xfrm>
        </p:spPr>
        <p:txBody>
          <a:bodyPr anchor="t" anchorCtr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b="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E0394A6-D095-00D9-8B77-4AD8CCC347D9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631950"/>
            <a:ext cx="0" cy="4440604"/>
          </a:xfrm>
          <a:prstGeom prst="line">
            <a:avLst/>
          </a:prstGeom>
          <a:ln w="15875">
            <a:solidFill>
              <a:schemeClr val="bg2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131">
            <a:extLst>
              <a:ext uri="{FF2B5EF4-FFF2-40B4-BE49-F238E27FC236}">
                <a16:creationId xmlns:a16="http://schemas.microsoft.com/office/drawing/2014/main" id="{43A0EBE8-A43F-DF44-9460-0F08F5820FD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1681" y="1629286"/>
            <a:ext cx="5517088" cy="542459"/>
          </a:xfrm>
        </p:spPr>
        <p:txBody>
          <a:bodyPr anchor="t" anchorCtr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b="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</p:spTree>
    <p:extLst>
      <p:ext uri="{BB962C8B-B14F-4D97-AF65-F5344CB8AC3E}">
        <p14:creationId xmlns:p14="http://schemas.microsoft.com/office/powerpoint/2010/main" val="4081866813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 sli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/>
          <p:cNvSpPr>
            <a:spLocks noGrp="1"/>
          </p:cNvSpPr>
          <p:nvPr userDrawn="1">
            <p:ph idx="1" hasCustomPrompt="1"/>
          </p:nvPr>
        </p:nvSpPr>
        <p:spPr>
          <a:xfrm>
            <a:off x="341681" y="2373786"/>
            <a:ext cx="3372644" cy="3685702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1pPr>
            <a:lvl2pPr marL="581343" indent="-166688">
              <a:lnSpc>
                <a:spcPct val="100000"/>
              </a:lnSpc>
              <a:spcAft>
                <a:spcPts val="0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rgbClr val="383838"/>
                </a:solidFill>
              </a:defRPr>
            </a:lvl3pPr>
            <a:lvl4pPr>
              <a:defRPr>
                <a:solidFill>
                  <a:srgbClr val="383838"/>
                </a:solidFill>
              </a:defRPr>
            </a:lvl4pPr>
            <a:lvl5pPr>
              <a:defRPr>
                <a:solidFill>
                  <a:srgbClr val="383838"/>
                </a:solidFill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3" name="Text Placeholder 2"/>
          <p:cNvSpPr>
            <a:spLocks noGrp="1"/>
          </p:cNvSpPr>
          <p:nvPr userDrawn="1">
            <p:ph idx="17" hasCustomPrompt="1"/>
          </p:nvPr>
        </p:nvSpPr>
        <p:spPr>
          <a:xfrm>
            <a:off x="4416359" y="2373786"/>
            <a:ext cx="3359281" cy="3685702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1pPr>
            <a:lvl2pPr marL="581343" indent="-166688">
              <a:lnSpc>
                <a:spcPct val="100000"/>
              </a:lnSpc>
              <a:spcAft>
                <a:spcPts val="0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4" name="Text Placeholder 2"/>
          <p:cNvSpPr>
            <a:spLocks noGrp="1"/>
          </p:cNvSpPr>
          <p:nvPr userDrawn="1">
            <p:ph idx="18" hasCustomPrompt="1"/>
          </p:nvPr>
        </p:nvSpPr>
        <p:spPr>
          <a:xfrm>
            <a:off x="8437857" y="2373786"/>
            <a:ext cx="3412462" cy="3685702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1pPr>
            <a:lvl2pPr marL="581343" indent="-166688">
              <a:lnSpc>
                <a:spcPct val="100000"/>
              </a:lnSpc>
              <a:spcAft>
                <a:spcPts val="0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5" name="Text Placeholder 131"/>
          <p:cNvSpPr>
            <a:spLocks noGrp="1"/>
          </p:cNvSpPr>
          <p:nvPr userDrawn="1">
            <p:ph type="body" sz="quarter" idx="19" hasCustomPrompt="1"/>
          </p:nvPr>
        </p:nvSpPr>
        <p:spPr>
          <a:xfrm>
            <a:off x="4419997" y="1629286"/>
            <a:ext cx="3359945" cy="542459"/>
          </a:xfrm>
        </p:spPr>
        <p:txBody>
          <a:bodyPr anchor="t" anchorCtr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b="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16" name="Text Placeholder 131"/>
          <p:cNvSpPr>
            <a:spLocks noGrp="1"/>
          </p:cNvSpPr>
          <p:nvPr userDrawn="1">
            <p:ph type="body" sz="quarter" idx="20" hasCustomPrompt="1"/>
          </p:nvPr>
        </p:nvSpPr>
        <p:spPr>
          <a:xfrm>
            <a:off x="8437193" y="1629286"/>
            <a:ext cx="3413126" cy="542459"/>
          </a:xfrm>
        </p:spPr>
        <p:txBody>
          <a:bodyPr anchor="t" anchorCtr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b="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1325FC2-3ECC-B01B-C310-C1830B3A37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33375"/>
            <a:ext cx="11233150" cy="451869"/>
          </a:xfrm>
        </p:spPr>
        <p:txBody>
          <a:bodyPr anchor="t"/>
          <a:lstStyle>
            <a:lvl1pPr>
              <a:defRPr sz="3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22E93B31-0AB7-47FF-66E3-07BAB00D4F5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785244"/>
            <a:ext cx="11233150" cy="344488"/>
          </a:xfrm>
        </p:spPr>
        <p:txBody>
          <a:bodyPr/>
          <a:lstStyle>
            <a:lvl1pPr marL="0" indent="0">
              <a:buNone/>
              <a:defRPr lang="en-US" sz="22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D3E3585-E252-0E6D-E69C-A5E9165DADD8}"/>
              </a:ext>
            </a:extLst>
          </p:cNvPr>
          <p:cNvCxnSpPr>
            <a:cxnSpLocks/>
          </p:cNvCxnSpPr>
          <p:nvPr userDrawn="1"/>
        </p:nvCxnSpPr>
        <p:spPr>
          <a:xfrm>
            <a:off x="4068914" y="1631950"/>
            <a:ext cx="0" cy="4440604"/>
          </a:xfrm>
          <a:prstGeom prst="line">
            <a:avLst/>
          </a:prstGeom>
          <a:ln w="15875">
            <a:solidFill>
              <a:schemeClr val="bg2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7349C95-B06B-964D-FE16-449E0AA5F29B}"/>
              </a:ext>
            </a:extLst>
          </p:cNvPr>
          <p:cNvCxnSpPr>
            <a:cxnSpLocks/>
          </p:cNvCxnSpPr>
          <p:nvPr userDrawn="1"/>
        </p:nvCxnSpPr>
        <p:spPr>
          <a:xfrm>
            <a:off x="8130275" y="1631950"/>
            <a:ext cx="0" cy="4440604"/>
          </a:xfrm>
          <a:prstGeom prst="line">
            <a:avLst/>
          </a:prstGeom>
          <a:ln w="15875">
            <a:solidFill>
              <a:schemeClr val="bg2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131">
            <a:extLst>
              <a:ext uri="{FF2B5EF4-FFF2-40B4-BE49-F238E27FC236}">
                <a16:creationId xmlns:a16="http://schemas.microsoft.com/office/drawing/2014/main" id="{7B9E0AAC-6C98-45AB-DD15-D590D4CDB68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1681" y="1629286"/>
            <a:ext cx="3372645" cy="542459"/>
          </a:xfrm>
        </p:spPr>
        <p:txBody>
          <a:bodyPr anchor="t" anchorCtr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b="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</p:spTree>
    <p:extLst>
      <p:ext uri="{BB962C8B-B14F-4D97-AF65-F5344CB8AC3E}">
        <p14:creationId xmlns:p14="http://schemas.microsoft.com/office/powerpoint/2010/main" val="675237074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l_narrow_w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505B7A5-C1F7-41D3-815C-A3728D81DBDD}"/>
              </a:ext>
            </a:extLst>
          </p:cNvPr>
          <p:cNvCxnSpPr>
            <a:cxnSpLocks/>
          </p:cNvCxnSpPr>
          <p:nvPr userDrawn="1"/>
        </p:nvCxnSpPr>
        <p:spPr>
          <a:xfrm>
            <a:off x="3224524" y="1631950"/>
            <a:ext cx="0" cy="4440604"/>
          </a:xfrm>
          <a:prstGeom prst="line">
            <a:avLst/>
          </a:prstGeom>
          <a:ln w="15875">
            <a:solidFill>
              <a:schemeClr val="bg2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 Placeholder 2"/>
          <p:cNvSpPr>
            <a:spLocks noGrp="1"/>
          </p:cNvSpPr>
          <p:nvPr>
            <p:ph idx="1" hasCustomPrompt="1"/>
          </p:nvPr>
        </p:nvSpPr>
        <p:spPr>
          <a:xfrm>
            <a:off x="338726" y="1631111"/>
            <a:ext cx="2698050" cy="4440603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1pPr>
            <a:lvl2pPr marL="581343" indent="-166688">
              <a:lnSpc>
                <a:spcPct val="100000"/>
              </a:lnSpc>
              <a:spcAft>
                <a:spcPts val="0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quarter" idx="21" hasCustomPrompt="1"/>
          </p:nvPr>
        </p:nvSpPr>
        <p:spPr>
          <a:xfrm>
            <a:off x="3416035" y="1631111"/>
            <a:ext cx="8296540" cy="4440603"/>
          </a:xfrm>
        </p:spPr>
        <p:txBody>
          <a:bodyPr/>
          <a:lstStyle>
            <a:lvl1pPr marL="342900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1pPr>
            <a:lvl2pPr marL="581343" indent="-166688">
              <a:lnSpc>
                <a:spcPct val="100000"/>
              </a:lnSpc>
              <a:spcAft>
                <a:spcPts val="0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947103" indent="-166688">
              <a:lnSpc>
                <a:spcPct val="100000"/>
              </a:lnSpc>
              <a:spcAft>
                <a:spcPts val="0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293178" indent="-173038">
              <a:lnSpc>
                <a:spcPct val="100000"/>
              </a:lnSpc>
              <a:spcAft>
                <a:spcPts val="0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4pPr>
            <a:lvl5pPr marL="1518603" indent="-168275">
              <a:lnSpc>
                <a:spcPct val="100000"/>
              </a:lnSpc>
              <a:spcAft>
                <a:spcPts val="0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6334CFF-A979-FC9A-543A-A5B0FE0535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33375"/>
            <a:ext cx="11233150" cy="451869"/>
          </a:xfrm>
        </p:spPr>
        <p:txBody>
          <a:bodyPr anchor="t"/>
          <a:lstStyle>
            <a:lvl1pPr>
              <a:defRPr sz="3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EA4C3228-7E56-9E7C-C259-DA2F13238F6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785244"/>
            <a:ext cx="11233150" cy="344488"/>
          </a:xfrm>
        </p:spPr>
        <p:txBody>
          <a:bodyPr/>
          <a:lstStyle>
            <a:lvl1pPr marL="0" indent="0">
              <a:buNone/>
              <a:defRPr lang="en-US" sz="220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</p:spTree>
    <p:extLst>
      <p:ext uri="{BB962C8B-B14F-4D97-AF65-F5344CB8AC3E}">
        <p14:creationId xmlns:p14="http://schemas.microsoft.com/office/powerpoint/2010/main" val="315838502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 column sli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sz="quarter" idx="15" hasCustomPrompt="1"/>
          </p:nvPr>
        </p:nvSpPr>
        <p:spPr>
          <a:xfrm>
            <a:off x="9182101" y="1629597"/>
            <a:ext cx="2674937" cy="4443488"/>
          </a:xfrm>
        </p:spPr>
        <p:txBody>
          <a:bodyPr/>
          <a:lstStyle>
            <a:lvl1pPr marL="342900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1pPr>
            <a:lvl2pPr marL="581343" indent="-166688">
              <a:lnSpc>
                <a:spcPct val="100000"/>
              </a:lnSpc>
              <a:spcAft>
                <a:spcPts val="0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quarter" idx="21" hasCustomPrompt="1"/>
          </p:nvPr>
        </p:nvSpPr>
        <p:spPr>
          <a:xfrm>
            <a:off x="341681" y="1629287"/>
            <a:ext cx="8348664" cy="4443267"/>
          </a:xfrm>
        </p:spPr>
        <p:txBody>
          <a:bodyPr/>
          <a:lstStyle>
            <a:lvl1pPr marL="342900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1pPr>
            <a:lvl2pPr marL="581343" indent="-166688">
              <a:lnSpc>
                <a:spcPct val="100000"/>
              </a:lnSpc>
              <a:spcAft>
                <a:spcPts val="0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947103" indent="-166688">
              <a:lnSpc>
                <a:spcPct val="100000"/>
              </a:lnSpc>
              <a:spcAft>
                <a:spcPts val="0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293178" indent="-173038">
              <a:lnSpc>
                <a:spcPct val="100000"/>
              </a:lnSpc>
              <a:spcAft>
                <a:spcPts val="0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4pPr>
            <a:lvl5pPr marL="1518603" indent="-168275">
              <a:lnSpc>
                <a:spcPct val="100000"/>
              </a:lnSpc>
              <a:spcAft>
                <a:spcPts val="0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F1289BE-C460-FC38-A472-549CAFF7B1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2" y="333375"/>
            <a:ext cx="11233150" cy="451869"/>
          </a:xfrm>
        </p:spPr>
        <p:txBody>
          <a:bodyPr anchor="t"/>
          <a:lstStyle>
            <a:lvl1pPr>
              <a:defRPr sz="3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5B38FCCA-9B45-403D-9285-E8A5659B3A9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2" y="785244"/>
            <a:ext cx="11233150" cy="344488"/>
          </a:xfrm>
        </p:spPr>
        <p:txBody>
          <a:bodyPr/>
          <a:lstStyle>
            <a:lvl1pPr marL="0" indent="0">
              <a:buNone/>
              <a:defRPr lang="en-US" sz="220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DD410EB-22A8-56FC-8D90-A32912AB5A8D}"/>
              </a:ext>
            </a:extLst>
          </p:cNvPr>
          <p:cNvCxnSpPr>
            <a:cxnSpLocks/>
          </p:cNvCxnSpPr>
          <p:nvPr userDrawn="1"/>
        </p:nvCxnSpPr>
        <p:spPr>
          <a:xfrm>
            <a:off x="8978583" y="1631950"/>
            <a:ext cx="0" cy="4440604"/>
          </a:xfrm>
          <a:prstGeom prst="line">
            <a:avLst/>
          </a:prstGeom>
          <a:ln w="15875">
            <a:solidFill>
              <a:schemeClr val="bg2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0451280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with imag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/>
          <p:cNvSpPr>
            <a:spLocks noGrp="1"/>
          </p:cNvSpPr>
          <p:nvPr>
            <p:ph idx="1" hasCustomPrompt="1"/>
          </p:nvPr>
        </p:nvSpPr>
        <p:spPr>
          <a:xfrm>
            <a:off x="341681" y="1629079"/>
            <a:ext cx="5625569" cy="4455197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00000"/>
              </a:lnSpc>
              <a:spcAft>
                <a:spcPts val="0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 sz="2400">
                <a:solidFill>
                  <a:schemeClr val="bg1"/>
                </a:solidFill>
              </a:defRPr>
            </a:lvl1pPr>
            <a:lvl2pPr marL="581343" indent="-16668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855663" indent="-16668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0" name="Picture Placeholder 5"/>
          <p:cNvSpPr>
            <a:spLocks noGrp="1"/>
          </p:cNvSpPr>
          <p:nvPr>
            <p:ph type="pic" sz="quarter" idx="17"/>
          </p:nvPr>
        </p:nvSpPr>
        <p:spPr>
          <a:xfrm>
            <a:off x="6250924" y="1629080"/>
            <a:ext cx="5606113" cy="4455198"/>
          </a:xfrm>
        </p:spPr>
        <p:txBody>
          <a:bodyPr/>
          <a:lstStyle>
            <a:lvl1pPr marL="0" indent="0">
              <a:buClr>
                <a:schemeClr val="accent1"/>
              </a:buClr>
              <a:buNone/>
              <a:defRPr sz="22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Click icon to add picture</a:t>
            </a:r>
            <a:endParaRPr lang="en-US" noProof="0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0152492-71D9-150B-2A89-D0FCD1FD29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33375"/>
            <a:ext cx="11233150" cy="451869"/>
          </a:xfrm>
        </p:spPr>
        <p:txBody>
          <a:bodyPr anchor="t"/>
          <a:lstStyle>
            <a:lvl1pPr>
              <a:defRPr sz="3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405D1B2E-CB2E-3E45-B317-55D6F5C2DA6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785244"/>
            <a:ext cx="11233150" cy="344488"/>
          </a:xfrm>
        </p:spPr>
        <p:txBody>
          <a:bodyPr/>
          <a:lstStyle>
            <a:lvl1pPr marL="0" indent="0">
              <a:buNone/>
              <a:defRPr lang="en-US" sz="220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</p:spTree>
    <p:extLst>
      <p:ext uri="{BB962C8B-B14F-4D97-AF65-F5344CB8AC3E}">
        <p14:creationId xmlns:p14="http://schemas.microsoft.com/office/powerpoint/2010/main" val="3814528457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able Placeholder 3"/>
          <p:cNvSpPr>
            <a:spLocks noGrp="1"/>
          </p:cNvSpPr>
          <p:nvPr>
            <p:ph type="tbl" sz="quarter" idx="13"/>
          </p:nvPr>
        </p:nvSpPr>
        <p:spPr>
          <a:xfrm>
            <a:off x="342900" y="1259574"/>
            <a:ext cx="11514138" cy="5065026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GB" noProof="0" dirty="0"/>
              <a:t>Click icon to add table</a:t>
            </a:r>
            <a:endParaRPr lang="en-US" noProof="0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BA6B87B-D63E-427C-CAB5-FF49FA0D88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33375"/>
            <a:ext cx="11233150" cy="451869"/>
          </a:xfrm>
        </p:spPr>
        <p:txBody>
          <a:bodyPr anchor="t"/>
          <a:lstStyle>
            <a:lvl1pPr>
              <a:defRPr sz="3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</p:spTree>
    <p:extLst>
      <p:ext uri="{BB962C8B-B14F-4D97-AF65-F5344CB8AC3E}">
        <p14:creationId xmlns:p14="http://schemas.microsoft.com/office/powerpoint/2010/main" val="2847148045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FF3FA1D-9635-ED13-F7C7-D49D0BEE44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33375"/>
            <a:ext cx="11233150" cy="451869"/>
          </a:xfrm>
        </p:spPr>
        <p:txBody>
          <a:bodyPr anchor="t"/>
          <a:lstStyle>
            <a:lvl1pPr>
              <a:defRPr sz="3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</p:spTree>
    <p:extLst>
      <p:ext uri="{BB962C8B-B14F-4D97-AF65-F5344CB8AC3E}">
        <p14:creationId xmlns:p14="http://schemas.microsoft.com/office/powerpoint/2010/main" val="4190504661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_Black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FF3FA1D-9635-ED13-F7C7-D49D0BEE44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33375"/>
            <a:ext cx="11233150" cy="451869"/>
          </a:xfrm>
        </p:spPr>
        <p:txBody>
          <a:bodyPr anchor="t"/>
          <a:lstStyle>
            <a:lvl1pPr>
              <a:defRPr sz="3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</p:spTree>
    <p:extLst>
      <p:ext uri="{BB962C8B-B14F-4D97-AF65-F5344CB8AC3E}">
        <p14:creationId xmlns:p14="http://schemas.microsoft.com/office/powerpoint/2010/main" val="788157938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 column slide with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A34585F-2B85-C728-D6AB-F47CC23E51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33375"/>
            <a:ext cx="11233150" cy="451869"/>
          </a:xfrm>
        </p:spPr>
        <p:txBody>
          <a:bodyPr anchor="t"/>
          <a:lstStyle>
            <a:lvl1pPr>
              <a:defRPr sz="3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C8F3B333-FC3F-6CC0-F884-E8D64B41849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785244"/>
            <a:ext cx="11233150" cy="344488"/>
          </a:xfrm>
        </p:spPr>
        <p:txBody>
          <a:bodyPr/>
          <a:lstStyle>
            <a:lvl1pPr marL="0" indent="0">
              <a:buNone/>
              <a:defRPr lang="en-US" sz="220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AA2015AF-BA33-A1D1-C656-9F0543D045D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34964" y="4686255"/>
            <a:ext cx="3372644" cy="1373232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1pPr>
            <a:lvl2pPr marL="581343" indent="-166688">
              <a:lnSpc>
                <a:spcPct val="100000"/>
              </a:lnSpc>
              <a:spcAft>
                <a:spcPts val="0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rgbClr val="383838"/>
                </a:solidFill>
              </a:defRPr>
            </a:lvl3pPr>
            <a:lvl4pPr>
              <a:defRPr>
                <a:solidFill>
                  <a:srgbClr val="383838"/>
                </a:solidFill>
              </a:defRPr>
            </a:lvl4pPr>
            <a:lvl5pPr>
              <a:defRPr>
                <a:solidFill>
                  <a:srgbClr val="383838"/>
                </a:solidFill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91DCE8EB-57B0-6F3F-108A-307D6494DF2E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4416359" y="4686255"/>
            <a:ext cx="3359281" cy="1373232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1pPr>
            <a:lvl2pPr marL="581343" indent="-166688">
              <a:lnSpc>
                <a:spcPct val="100000"/>
              </a:lnSpc>
              <a:spcAft>
                <a:spcPts val="0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3CE459FA-5634-169B-B788-0A6DCDEB1AC0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8437857" y="4686255"/>
            <a:ext cx="3412462" cy="1373232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1pPr>
            <a:lvl2pPr marL="581343" indent="-166688">
              <a:lnSpc>
                <a:spcPct val="100000"/>
              </a:lnSpc>
              <a:spcAft>
                <a:spcPts val="0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445017293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3 column slide with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A34585F-2B85-C728-D6AB-F47CC23E51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33375"/>
            <a:ext cx="11233150" cy="451869"/>
          </a:xfrm>
        </p:spPr>
        <p:txBody>
          <a:bodyPr anchor="t"/>
          <a:lstStyle>
            <a:lvl1pPr>
              <a:defRPr sz="3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C8F3B333-FC3F-6CC0-F884-E8D64B41849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785244"/>
            <a:ext cx="11233150" cy="344488"/>
          </a:xfrm>
        </p:spPr>
        <p:txBody>
          <a:bodyPr/>
          <a:lstStyle>
            <a:lvl1pPr marL="0" indent="0">
              <a:buNone/>
              <a:defRPr lang="en-US" sz="220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</p:spTree>
    <p:extLst>
      <p:ext uri="{BB962C8B-B14F-4D97-AF65-F5344CB8AC3E}">
        <p14:creationId xmlns:p14="http://schemas.microsoft.com/office/powerpoint/2010/main" val="164630639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3 column sli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1325FC2-3ECC-B01B-C310-C1830B3A37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33375"/>
            <a:ext cx="11233150" cy="451869"/>
          </a:xfrm>
        </p:spPr>
        <p:txBody>
          <a:bodyPr anchor="t"/>
          <a:lstStyle>
            <a:lvl1pPr>
              <a:defRPr sz="3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22E93B31-0AB7-47FF-66E3-07BAB00D4F5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785244"/>
            <a:ext cx="11233150" cy="344488"/>
          </a:xfrm>
        </p:spPr>
        <p:txBody>
          <a:bodyPr/>
          <a:lstStyle>
            <a:lvl1pPr marL="0" indent="0">
              <a:buNone/>
              <a:defRPr lang="en-US" sz="220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93C81F4B-F08E-B41E-3208-5D0B92A96A1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419997" y="1611050"/>
            <a:ext cx="3359945" cy="560696"/>
          </a:xfrm>
        </p:spPr>
        <p:txBody>
          <a:bodyPr/>
          <a:lstStyle>
            <a:lvl1pPr>
              <a:buClr>
                <a:schemeClr val="accent4"/>
              </a:buClr>
              <a:defRPr/>
            </a:lvl1pPr>
          </a:lstStyle>
          <a:p>
            <a:r>
              <a:rPr lang="en-US" dirty="0"/>
              <a:t>Column Headline</a:t>
            </a:r>
          </a:p>
          <a:p>
            <a:endParaRPr lang="en-US" dirty="0"/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D3F52F4B-161F-01DB-3570-BED7ABF421D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437193" y="1611050"/>
            <a:ext cx="3413126" cy="560696"/>
          </a:xfrm>
        </p:spPr>
        <p:txBody>
          <a:bodyPr/>
          <a:lstStyle>
            <a:lvl1pPr>
              <a:buClr>
                <a:schemeClr val="accent4"/>
              </a:buClr>
              <a:defRPr/>
            </a:lvl1pPr>
          </a:lstStyle>
          <a:p>
            <a:r>
              <a:rPr lang="en-US" dirty="0"/>
              <a:t>Column Headline</a:t>
            </a:r>
          </a:p>
          <a:p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C173144-7538-D08B-6C69-A7C2EF4371B0}"/>
              </a:ext>
            </a:extLst>
          </p:cNvPr>
          <p:cNvCxnSpPr>
            <a:cxnSpLocks/>
          </p:cNvCxnSpPr>
          <p:nvPr userDrawn="1"/>
        </p:nvCxnSpPr>
        <p:spPr>
          <a:xfrm>
            <a:off x="4068914" y="1631950"/>
            <a:ext cx="0" cy="4440604"/>
          </a:xfrm>
          <a:prstGeom prst="line">
            <a:avLst/>
          </a:prstGeom>
          <a:ln w="15875">
            <a:solidFill>
              <a:schemeClr val="bg2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01FA014-90AB-0167-9FFE-B61D90A760F8}"/>
              </a:ext>
            </a:extLst>
          </p:cNvPr>
          <p:cNvCxnSpPr>
            <a:cxnSpLocks/>
          </p:cNvCxnSpPr>
          <p:nvPr userDrawn="1"/>
        </p:nvCxnSpPr>
        <p:spPr>
          <a:xfrm>
            <a:off x="8130275" y="1631950"/>
            <a:ext cx="0" cy="4440604"/>
          </a:xfrm>
          <a:prstGeom prst="line">
            <a:avLst/>
          </a:prstGeom>
          <a:ln w="15875">
            <a:solidFill>
              <a:schemeClr val="bg2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1C219C76-408E-918F-DA25-E1B89EC087A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41681" y="1611050"/>
            <a:ext cx="3372645" cy="560696"/>
          </a:xfrm>
        </p:spPr>
        <p:txBody>
          <a:bodyPr/>
          <a:lstStyle>
            <a:lvl1pPr>
              <a:buClr>
                <a:schemeClr val="accent4"/>
              </a:buClr>
              <a:defRPr/>
            </a:lvl1pPr>
          </a:lstStyle>
          <a:p>
            <a:r>
              <a:rPr lang="en-US" dirty="0"/>
              <a:t>Column Headline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0443155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Closing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935D0AB-AC44-3595-F2A0-E120A9BFA64F}"/>
              </a:ext>
            </a:extLst>
          </p:cNvPr>
          <p:cNvSpPr/>
          <p:nvPr userDrawn="1"/>
        </p:nvSpPr>
        <p:spPr>
          <a:xfrm>
            <a:off x="-1" y="0"/>
            <a:ext cx="12192001" cy="6858000"/>
          </a:xfrm>
          <a:prstGeom prst="rect">
            <a:avLst/>
          </a:prstGeom>
          <a:gradFill>
            <a:gsLst>
              <a:gs pos="74000">
                <a:srgbClr val="BA85F9"/>
              </a:gs>
              <a:gs pos="33000">
                <a:srgbClr val="6E2FF1"/>
              </a:gs>
              <a:gs pos="0">
                <a:schemeClr val="accent1">
                  <a:alpha val="7000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BE5686C-98E7-A510-653F-0FD69A4B4B81}"/>
              </a:ext>
            </a:extLst>
          </p:cNvPr>
          <p:cNvSpPr/>
          <p:nvPr userDrawn="1"/>
        </p:nvSpPr>
        <p:spPr>
          <a:xfrm>
            <a:off x="-1" y="0"/>
            <a:ext cx="12192001" cy="6858000"/>
          </a:xfrm>
          <a:prstGeom prst="rect">
            <a:avLst/>
          </a:prstGeom>
          <a:gradFill>
            <a:gsLst>
              <a:gs pos="100000">
                <a:srgbClr val="E0D1FC"/>
              </a:gs>
              <a:gs pos="60000">
                <a:srgbClr val="6E2FF1">
                  <a:alpha val="10000"/>
                </a:srgb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6F863802-73AF-E781-94DD-B6935A840D5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317949" y="3249879"/>
            <a:ext cx="1174240" cy="35824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07E9A11-EBA6-9420-BCD8-181F6B72A5A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326471" y="0"/>
            <a:ext cx="4655186" cy="70173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>
              <a:lnSpc>
                <a:spcPts val="3000"/>
              </a:lnSpc>
              <a:defRPr/>
            </a:pPr>
            <a:r>
              <a:rPr lang="en-US" sz="2400" noProof="1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Tack </a:t>
            </a:r>
          </a:p>
          <a:p>
            <a:pPr algn="r">
              <a:lnSpc>
                <a:spcPts val="3000"/>
              </a:lnSpc>
              <a:defRPr/>
            </a:pPr>
            <a:r>
              <a:rPr lang="en-US" sz="2400" noProof="1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ಧನ್ಯವಾದಗಳು</a:t>
            </a:r>
          </a:p>
          <a:p>
            <a:pPr algn="r">
              <a:lnSpc>
                <a:spcPts val="3000"/>
              </a:lnSpc>
              <a:defRPr/>
            </a:pPr>
            <a:r>
              <a:rPr lang="en-US" sz="2400" noProof="1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Merci</a:t>
            </a:r>
          </a:p>
          <a:p>
            <a:pPr algn="r">
              <a:lnSpc>
                <a:spcPts val="3000"/>
              </a:lnSpc>
              <a:defRPr/>
            </a:pPr>
            <a:r>
              <a:rPr lang="en-US" sz="2400" noProof="1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Danke</a:t>
            </a:r>
          </a:p>
          <a:p>
            <a:pPr algn="r">
              <a:lnSpc>
                <a:spcPts val="3000"/>
              </a:lnSpc>
              <a:defRPr/>
            </a:pPr>
            <a:r>
              <a:rPr lang="en-US" sz="2400" noProof="1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Gracias</a:t>
            </a:r>
            <a:br>
              <a:rPr lang="en-US" sz="2400" noProof="1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noProof="1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Grazie</a:t>
            </a:r>
          </a:p>
          <a:p>
            <a:pPr algn="r">
              <a:lnSpc>
                <a:spcPts val="3000"/>
              </a:lnSpc>
              <a:defRPr/>
            </a:pPr>
            <a:r>
              <a:rPr lang="en-US" sz="2400" noProof="1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谢谢</a:t>
            </a:r>
          </a:p>
          <a:p>
            <a:pPr algn="r">
              <a:lnSpc>
                <a:spcPts val="3000"/>
              </a:lnSpc>
              <a:defRPr/>
            </a:pPr>
            <a:r>
              <a:rPr lang="en-US" sz="2400" noProof="1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ありがとう</a:t>
            </a:r>
          </a:p>
          <a:p>
            <a:pPr marL="0" marR="0" lvl="0" indent="0" algn="r" defTabSz="914400" rtl="0" eaLnBrk="0" fontAlgn="base" latinLnBrk="0" hangingPunct="0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400" noProof="1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Asante</a:t>
            </a:r>
          </a:p>
          <a:p>
            <a:pPr marL="0" marR="0" lvl="0" indent="0" algn="r" defTabSz="914400" rtl="0" eaLnBrk="0" fontAlgn="base" latinLnBrk="0" hangingPunct="0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400" noProof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  <a:p>
            <a:pPr algn="r">
              <a:lnSpc>
                <a:spcPts val="3000"/>
              </a:lnSpc>
              <a:defRPr/>
            </a:pPr>
            <a:r>
              <a:rPr lang="en-US" sz="2400" noProof="1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감사합니다</a:t>
            </a:r>
          </a:p>
          <a:p>
            <a:pPr algn="r">
              <a:lnSpc>
                <a:spcPts val="3000"/>
              </a:lnSpc>
              <a:defRPr/>
            </a:pPr>
            <a:r>
              <a:rPr lang="en-US" sz="2400" noProof="1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धन्यवाद</a:t>
            </a:r>
          </a:p>
          <a:p>
            <a:pPr marL="0" marR="0" lvl="0" indent="0" algn="r" defTabSz="914400" rtl="0" eaLnBrk="0" fontAlgn="base" latinLnBrk="0" hangingPunct="0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400" noProof="1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Kiitos</a:t>
            </a:r>
          </a:p>
          <a:p>
            <a:pPr algn="r">
              <a:lnSpc>
                <a:spcPts val="3000"/>
              </a:lnSpc>
              <a:defRPr/>
            </a:pPr>
            <a:r>
              <a:rPr lang="en-US" sz="2400" kern="1200" noProof="1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  <a:ea typeface="ＭＳ Ｐゴシック" charset="-128"/>
                <a:cs typeface="Arial" panose="020B0604020202020204" pitchFamily="34" charset="0"/>
              </a:rPr>
              <a:t>شكرًا</a:t>
            </a:r>
          </a:p>
          <a:p>
            <a:pPr algn="r">
              <a:lnSpc>
                <a:spcPts val="3000"/>
              </a:lnSpc>
              <a:defRPr/>
            </a:pPr>
            <a:r>
              <a:rPr lang="en-US" sz="2400" noProof="1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</a:rPr>
              <a:t>ধন্যবাদ</a:t>
            </a:r>
            <a:br>
              <a:rPr lang="en-US" sz="2400" noProof="1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noProof="1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תודה</a:t>
            </a:r>
          </a:p>
          <a:p>
            <a:pPr marL="0" marR="0" lvl="0" indent="0" algn="r" defTabSz="914400" rtl="0" eaLnBrk="0" fontAlgn="base" latinLnBrk="0" hangingPunct="0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0" i="0" noProof="1">
                <a:solidFill>
                  <a:schemeClr val="bg1">
                    <a:alpha val="25000"/>
                  </a:schemeClr>
                </a:solidFill>
                <a:effectLst/>
                <a:latin typeface="Arial" panose="020B0604020202020204" pitchFamily="34" charset="0"/>
              </a:rPr>
              <a:t>ధన్యవాదములు</a:t>
            </a:r>
          </a:p>
          <a:p>
            <a:pPr marL="0" marR="0" lvl="0" indent="0" algn="r" defTabSz="914400" rtl="0" eaLnBrk="0" fontAlgn="base" latinLnBrk="0" hangingPunct="0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0" i="0" noProof="1">
                <a:solidFill>
                  <a:schemeClr val="bg1">
                    <a:alpha val="25000"/>
                  </a:schemeClr>
                </a:solidFill>
                <a:effectLst/>
                <a:latin typeface="Arial" panose="020B0604020202020204" pitchFamily="34" charset="0"/>
              </a:rPr>
              <a:t>Köszönöm</a:t>
            </a:r>
          </a:p>
        </p:txBody>
      </p:sp>
    </p:spTree>
    <p:extLst>
      <p:ext uri="{BB962C8B-B14F-4D97-AF65-F5344CB8AC3E}">
        <p14:creationId xmlns:p14="http://schemas.microsoft.com/office/powerpoint/2010/main" val="4200344589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Closing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B11CE2E-EC95-AB37-48CD-A893B95CCBCB}"/>
              </a:ext>
            </a:extLst>
          </p:cNvPr>
          <p:cNvSpPr/>
          <p:nvPr userDrawn="1"/>
        </p:nvSpPr>
        <p:spPr>
          <a:xfrm>
            <a:off x="-1" y="0"/>
            <a:ext cx="12192001" cy="6858000"/>
          </a:xfrm>
          <a:prstGeom prst="rect">
            <a:avLst/>
          </a:prstGeom>
          <a:gradFill>
            <a:gsLst>
              <a:gs pos="74000">
                <a:srgbClr val="BA85F9"/>
              </a:gs>
              <a:gs pos="33000">
                <a:srgbClr val="6E2FF1"/>
              </a:gs>
              <a:gs pos="0">
                <a:schemeClr val="accent1">
                  <a:alpha val="7000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E667DAA-C82F-D11A-357F-886396C9B7FE}"/>
              </a:ext>
            </a:extLst>
          </p:cNvPr>
          <p:cNvSpPr/>
          <p:nvPr userDrawn="1"/>
        </p:nvSpPr>
        <p:spPr>
          <a:xfrm>
            <a:off x="-1" y="0"/>
            <a:ext cx="12192001" cy="6858000"/>
          </a:xfrm>
          <a:prstGeom prst="rect">
            <a:avLst/>
          </a:prstGeom>
          <a:gradFill>
            <a:gsLst>
              <a:gs pos="100000">
                <a:srgbClr val="E0D1FC"/>
              </a:gs>
              <a:gs pos="60000">
                <a:srgbClr val="6E2FF1">
                  <a:alpha val="10000"/>
                </a:srgb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1558F5E-A3BE-0D42-13E9-838197A80B4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34963" y="5555129"/>
            <a:ext cx="4170002" cy="96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l">
              <a:defRPr/>
            </a:pPr>
            <a:r>
              <a:rPr lang="en-US" sz="1050" noProof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Arm trademarks featured in this presentation are registered trademarks or trademarks of Arm Limited (or its subsidiaries) in the US and/or elsewhere. All rights reserved. All other marks featured may be trademarks of their respective owners.</a:t>
            </a:r>
          </a:p>
          <a:p>
            <a:pPr algn="l">
              <a:defRPr/>
            </a:pPr>
            <a:br>
              <a:rPr lang="en-US" sz="1050" noProof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050" noProof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www.arm.com/company/policies/trademarks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B913E0D1-1F96-2D30-DFEF-185207885CA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317949" y="3249879"/>
            <a:ext cx="1174240" cy="358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1856766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Closing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circle with a black background&#10;&#10;Description automatically generated">
            <a:extLst>
              <a:ext uri="{FF2B5EF4-FFF2-40B4-BE49-F238E27FC236}">
                <a16:creationId xmlns:a16="http://schemas.microsoft.com/office/drawing/2014/main" id="{BED15ADD-5EC2-811A-2387-1B5930CD08C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0630" t="4489" r="30630" b="7372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11">
            <a:extLst>
              <a:ext uri="{FF2B5EF4-FFF2-40B4-BE49-F238E27FC236}">
                <a16:creationId xmlns:a16="http://schemas.microsoft.com/office/drawing/2014/main" id="{B381D48D-6B8E-2C29-2226-AC9A652B9C6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34963" y="337495"/>
            <a:ext cx="1174240" cy="35824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57D2D66-0693-E8F6-C7DE-35F9D93C9BC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326471" y="0"/>
            <a:ext cx="4655186" cy="70173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>
              <a:lnSpc>
                <a:spcPts val="3000"/>
              </a:lnSpc>
              <a:defRPr/>
            </a:pPr>
            <a:r>
              <a:rPr lang="en-US" sz="2400" noProof="1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Tack </a:t>
            </a:r>
          </a:p>
          <a:p>
            <a:pPr algn="r">
              <a:lnSpc>
                <a:spcPts val="3000"/>
              </a:lnSpc>
              <a:defRPr/>
            </a:pPr>
            <a:r>
              <a:rPr lang="en-US" sz="2400" noProof="1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ಧನ್ಯವಾದಗಳು</a:t>
            </a:r>
          </a:p>
          <a:p>
            <a:pPr algn="r">
              <a:lnSpc>
                <a:spcPts val="3000"/>
              </a:lnSpc>
              <a:defRPr/>
            </a:pPr>
            <a:r>
              <a:rPr lang="en-US" sz="2400" noProof="1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Merci</a:t>
            </a:r>
          </a:p>
          <a:p>
            <a:pPr algn="r">
              <a:lnSpc>
                <a:spcPts val="3000"/>
              </a:lnSpc>
              <a:defRPr/>
            </a:pPr>
            <a:r>
              <a:rPr lang="en-US" sz="2400" noProof="1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Danke</a:t>
            </a:r>
          </a:p>
          <a:p>
            <a:pPr algn="r">
              <a:lnSpc>
                <a:spcPts val="3000"/>
              </a:lnSpc>
              <a:defRPr/>
            </a:pPr>
            <a:r>
              <a:rPr lang="en-US" sz="2400" noProof="1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Gracias</a:t>
            </a:r>
            <a:br>
              <a:rPr lang="en-US" sz="2400" noProof="1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noProof="1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Grazie</a:t>
            </a:r>
          </a:p>
          <a:p>
            <a:pPr algn="r">
              <a:lnSpc>
                <a:spcPts val="3000"/>
              </a:lnSpc>
              <a:defRPr/>
            </a:pPr>
            <a:r>
              <a:rPr lang="en-US" sz="2400" noProof="1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谢谢</a:t>
            </a:r>
          </a:p>
          <a:p>
            <a:pPr algn="r">
              <a:lnSpc>
                <a:spcPts val="3000"/>
              </a:lnSpc>
              <a:defRPr/>
            </a:pPr>
            <a:r>
              <a:rPr lang="en-US" sz="2400" noProof="1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ありがとう</a:t>
            </a:r>
          </a:p>
          <a:p>
            <a:pPr marL="0" marR="0" lvl="0" indent="0" algn="r" defTabSz="914400" rtl="0" eaLnBrk="0" fontAlgn="base" latinLnBrk="0" hangingPunct="0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400" noProof="1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Asante</a:t>
            </a:r>
          </a:p>
          <a:p>
            <a:pPr marL="0" marR="0" lvl="0" indent="0" algn="r" defTabSz="914400" rtl="0" eaLnBrk="0" fontAlgn="base" latinLnBrk="0" hangingPunct="0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400" noProof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  <a:p>
            <a:pPr algn="r">
              <a:lnSpc>
                <a:spcPts val="3000"/>
              </a:lnSpc>
              <a:defRPr/>
            </a:pPr>
            <a:r>
              <a:rPr lang="en-US" sz="2400" noProof="1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감사합니다</a:t>
            </a:r>
          </a:p>
          <a:p>
            <a:pPr algn="r">
              <a:lnSpc>
                <a:spcPts val="3000"/>
              </a:lnSpc>
              <a:defRPr/>
            </a:pPr>
            <a:r>
              <a:rPr lang="en-US" sz="2400" noProof="1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धन्यवाद</a:t>
            </a:r>
          </a:p>
          <a:p>
            <a:pPr marL="0" marR="0" lvl="0" indent="0" algn="r" defTabSz="914400" rtl="0" eaLnBrk="0" fontAlgn="base" latinLnBrk="0" hangingPunct="0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400" noProof="1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Kiitos</a:t>
            </a:r>
          </a:p>
          <a:p>
            <a:pPr algn="r">
              <a:lnSpc>
                <a:spcPts val="3000"/>
              </a:lnSpc>
              <a:defRPr/>
            </a:pPr>
            <a:r>
              <a:rPr lang="en-US" sz="2400" kern="1200" noProof="1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  <a:ea typeface="ＭＳ Ｐゴシック" charset="-128"/>
                <a:cs typeface="Arial" panose="020B0604020202020204" pitchFamily="34" charset="0"/>
              </a:rPr>
              <a:t>شكرًا</a:t>
            </a:r>
          </a:p>
          <a:p>
            <a:pPr algn="r">
              <a:lnSpc>
                <a:spcPts val="3000"/>
              </a:lnSpc>
              <a:defRPr/>
            </a:pPr>
            <a:r>
              <a:rPr lang="en-US" sz="2400" noProof="1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</a:rPr>
              <a:t>ধন্যবাদ</a:t>
            </a:r>
            <a:br>
              <a:rPr lang="en-US" sz="2400" noProof="1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noProof="1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תודה</a:t>
            </a:r>
          </a:p>
          <a:p>
            <a:pPr marL="0" marR="0" lvl="0" indent="0" algn="r" defTabSz="914400" rtl="0" eaLnBrk="0" fontAlgn="base" latinLnBrk="0" hangingPunct="0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0" i="0" noProof="1">
                <a:solidFill>
                  <a:schemeClr val="bg1">
                    <a:alpha val="25000"/>
                  </a:schemeClr>
                </a:solidFill>
                <a:effectLst/>
                <a:latin typeface="Arial" panose="020B0604020202020204" pitchFamily="34" charset="0"/>
              </a:rPr>
              <a:t>ధన్యవాదములు</a:t>
            </a:r>
          </a:p>
          <a:p>
            <a:pPr marL="0" marR="0" lvl="0" indent="0" algn="r" defTabSz="914400" rtl="0" eaLnBrk="0" fontAlgn="base" latinLnBrk="0" hangingPunct="0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0" i="0" noProof="1">
                <a:solidFill>
                  <a:schemeClr val="bg1">
                    <a:alpha val="25000"/>
                  </a:schemeClr>
                </a:solidFill>
                <a:effectLst/>
                <a:latin typeface="Arial" panose="020B0604020202020204" pitchFamily="34" charset="0"/>
              </a:rPr>
              <a:t>Köszönöm</a:t>
            </a:r>
          </a:p>
        </p:txBody>
      </p:sp>
    </p:spTree>
    <p:extLst>
      <p:ext uri="{BB962C8B-B14F-4D97-AF65-F5344CB8AC3E}">
        <p14:creationId xmlns:p14="http://schemas.microsoft.com/office/powerpoint/2010/main" val="4093931639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losing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circle with a black background&#10;&#10;Description automatically generated">
            <a:extLst>
              <a:ext uri="{FF2B5EF4-FFF2-40B4-BE49-F238E27FC236}">
                <a16:creationId xmlns:a16="http://schemas.microsoft.com/office/drawing/2014/main" id="{7361937A-719B-4F76-BADA-2A50A2850E5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0630" t="4489" r="30630" b="7372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/>
          <p:cNvSpPr>
            <a:spLocks noChangeArrowheads="1"/>
          </p:cNvSpPr>
          <p:nvPr userDrawn="1"/>
        </p:nvSpPr>
        <p:spPr bwMode="auto">
          <a:xfrm>
            <a:off x="334963" y="5662851"/>
            <a:ext cx="2658035" cy="861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l">
              <a:defRPr/>
            </a:pPr>
            <a:r>
              <a:rPr lang="en-US" sz="800" noProof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Arm trademarks featured in this presentation are registered trademarks or trademarks of Arm Limited </a:t>
            </a:r>
            <a:br>
              <a:rPr lang="en-US" sz="800" noProof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800" noProof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(or its subsidiaries) in the US and/or elsewhere. All rights reserved. All other marks featured may be trademarks of their respective owners.</a:t>
            </a:r>
          </a:p>
          <a:p>
            <a:pPr algn="l">
              <a:defRPr/>
            </a:pPr>
            <a:br>
              <a:rPr lang="en-US" sz="800" noProof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800" noProof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www.arm.com/company/policies/trademarks</a:t>
            </a:r>
          </a:p>
        </p:txBody>
      </p:sp>
      <p:pic>
        <p:nvPicPr>
          <p:cNvPr id="4" name="Picture 11">
            <a:extLst>
              <a:ext uri="{FF2B5EF4-FFF2-40B4-BE49-F238E27FC236}">
                <a16:creationId xmlns:a16="http://schemas.microsoft.com/office/drawing/2014/main" id="{0702DF4C-C16B-FB7F-C627-956839D9025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34963" y="337495"/>
            <a:ext cx="1174240" cy="358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4004367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0_Closing Slide">
    <p:bg>
      <p:bgPr>
        <a:gradFill flip="none" rotWithShape="1">
          <a:gsLst>
            <a:gs pos="100000">
              <a:schemeClr val="accent2"/>
            </a:gs>
            <a:gs pos="21000">
              <a:srgbClr val="00C1DE"/>
            </a:gs>
            <a:gs pos="49000">
              <a:schemeClr val="accent1"/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circle with a black background&#10;&#10;Description automatically generated">
            <a:extLst>
              <a:ext uri="{FF2B5EF4-FFF2-40B4-BE49-F238E27FC236}">
                <a16:creationId xmlns:a16="http://schemas.microsoft.com/office/drawing/2014/main" id="{87FC3B0A-1B2E-5183-A106-AFF1AFAD527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1260" t="38522" b="39687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698A3AF-7443-E497-DF07-403C6A63012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326471" y="0"/>
            <a:ext cx="4655186" cy="70173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>
              <a:lnSpc>
                <a:spcPts val="3000"/>
              </a:lnSpc>
              <a:defRPr/>
            </a:pPr>
            <a:r>
              <a:rPr lang="en-US" sz="2400" noProof="1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Tack </a:t>
            </a:r>
          </a:p>
          <a:p>
            <a:pPr algn="r">
              <a:lnSpc>
                <a:spcPts val="3000"/>
              </a:lnSpc>
              <a:defRPr/>
            </a:pPr>
            <a:r>
              <a:rPr lang="en-US" sz="2400" noProof="1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ಧನ್ಯವಾದಗಳು</a:t>
            </a:r>
          </a:p>
          <a:p>
            <a:pPr algn="r">
              <a:lnSpc>
                <a:spcPts val="3000"/>
              </a:lnSpc>
              <a:defRPr/>
            </a:pPr>
            <a:r>
              <a:rPr lang="en-US" sz="2400" noProof="1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Merci</a:t>
            </a:r>
          </a:p>
          <a:p>
            <a:pPr algn="r">
              <a:lnSpc>
                <a:spcPts val="3000"/>
              </a:lnSpc>
              <a:defRPr/>
            </a:pPr>
            <a:r>
              <a:rPr lang="en-US" sz="2400" noProof="1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Danke</a:t>
            </a:r>
          </a:p>
          <a:p>
            <a:pPr algn="r">
              <a:lnSpc>
                <a:spcPts val="3000"/>
              </a:lnSpc>
              <a:defRPr/>
            </a:pPr>
            <a:r>
              <a:rPr lang="en-US" sz="2400" noProof="1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Gracias</a:t>
            </a:r>
            <a:br>
              <a:rPr lang="en-US" sz="2400" noProof="1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noProof="1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Grazie</a:t>
            </a:r>
          </a:p>
          <a:p>
            <a:pPr algn="r">
              <a:lnSpc>
                <a:spcPts val="3000"/>
              </a:lnSpc>
              <a:defRPr/>
            </a:pPr>
            <a:r>
              <a:rPr lang="en-US" sz="2400" noProof="1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谢谢</a:t>
            </a:r>
          </a:p>
          <a:p>
            <a:pPr algn="r">
              <a:lnSpc>
                <a:spcPts val="3000"/>
              </a:lnSpc>
              <a:defRPr/>
            </a:pPr>
            <a:r>
              <a:rPr lang="en-US" sz="2400" noProof="1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ありがとう</a:t>
            </a:r>
          </a:p>
          <a:p>
            <a:pPr marL="0" marR="0" lvl="0" indent="0" algn="r" defTabSz="914400" rtl="0" eaLnBrk="0" fontAlgn="base" latinLnBrk="0" hangingPunct="0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400" noProof="1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Asante</a:t>
            </a:r>
          </a:p>
          <a:p>
            <a:pPr marL="0" marR="0" lvl="0" indent="0" algn="r" defTabSz="914400" rtl="0" eaLnBrk="0" fontAlgn="base" latinLnBrk="0" hangingPunct="0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400" noProof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  <a:p>
            <a:pPr algn="r">
              <a:lnSpc>
                <a:spcPts val="3000"/>
              </a:lnSpc>
              <a:defRPr/>
            </a:pPr>
            <a:r>
              <a:rPr lang="en-US" sz="2400" noProof="1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감사합니다</a:t>
            </a:r>
          </a:p>
          <a:p>
            <a:pPr algn="r">
              <a:lnSpc>
                <a:spcPts val="3000"/>
              </a:lnSpc>
              <a:defRPr/>
            </a:pPr>
            <a:r>
              <a:rPr lang="en-US" sz="2400" noProof="1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धन्यवाद</a:t>
            </a:r>
          </a:p>
          <a:p>
            <a:pPr marL="0" marR="0" lvl="0" indent="0" algn="r" defTabSz="914400" rtl="0" eaLnBrk="0" fontAlgn="base" latinLnBrk="0" hangingPunct="0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400" noProof="1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Kiitos</a:t>
            </a:r>
          </a:p>
          <a:p>
            <a:pPr algn="r">
              <a:lnSpc>
                <a:spcPts val="3000"/>
              </a:lnSpc>
              <a:defRPr/>
            </a:pPr>
            <a:r>
              <a:rPr lang="en-US" sz="2400" kern="1200" noProof="1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  <a:ea typeface="ＭＳ Ｐゴシック" charset="-128"/>
                <a:cs typeface="Arial" panose="020B0604020202020204" pitchFamily="34" charset="0"/>
              </a:rPr>
              <a:t>شكرًا</a:t>
            </a:r>
          </a:p>
          <a:p>
            <a:pPr algn="r">
              <a:lnSpc>
                <a:spcPts val="3000"/>
              </a:lnSpc>
              <a:defRPr/>
            </a:pPr>
            <a:r>
              <a:rPr lang="en-US" sz="2400" noProof="1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</a:rPr>
              <a:t>ধন্যবাদ</a:t>
            </a:r>
            <a:br>
              <a:rPr lang="en-US" sz="2400" noProof="1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noProof="1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תודה</a:t>
            </a:r>
          </a:p>
          <a:p>
            <a:pPr marL="0" marR="0" lvl="0" indent="0" algn="r" defTabSz="914400" rtl="0" eaLnBrk="0" fontAlgn="base" latinLnBrk="0" hangingPunct="0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0" i="0" noProof="1">
                <a:solidFill>
                  <a:schemeClr val="bg1">
                    <a:alpha val="25000"/>
                  </a:schemeClr>
                </a:solidFill>
                <a:effectLst/>
                <a:latin typeface="Arial" panose="020B0604020202020204" pitchFamily="34" charset="0"/>
              </a:rPr>
              <a:t>ధన్యవాదములు</a:t>
            </a:r>
          </a:p>
          <a:p>
            <a:pPr marL="0" marR="0" lvl="0" indent="0" algn="r" defTabSz="914400" rtl="0" eaLnBrk="0" fontAlgn="base" latinLnBrk="0" hangingPunct="0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0" i="0" noProof="1">
                <a:solidFill>
                  <a:schemeClr val="bg1">
                    <a:alpha val="25000"/>
                  </a:schemeClr>
                </a:solidFill>
                <a:effectLst/>
                <a:latin typeface="Arial" panose="020B0604020202020204" pitchFamily="34" charset="0"/>
              </a:rPr>
              <a:t>Köszönöm</a:t>
            </a:r>
          </a:p>
        </p:txBody>
      </p:sp>
      <p:pic>
        <p:nvPicPr>
          <p:cNvPr id="3" name="Picture 11">
            <a:extLst>
              <a:ext uri="{FF2B5EF4-FFF2-40B4-BE49-F238E27FC236}">
                <a16:creationId xmlns:a16="http://schemas.microsoft.com/office/drawing/2014/main" id="{41C96215-BC65-D5B1-AF78-CCD29136EAB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34963" y="337495"/>
            <a:ext cx="1174240" cy="358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057539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Closing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circle with a black background&#10;&#10;Description automatically generated">
            <a:extLst>
              <a:ext uri="{FF2B5EF4-FFF2-40B4-BE49-F238E27FC236}">
                <a16:creationId xmlns:a16="http://schemas.microsoft.com/office/drawing/2014/main" id="{E1F3F225-309F-2E09-4DD8-48893FA2296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1260" t="38522" b="39687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26AEBF6-6717-8CEA-D2B3-4A6E846AC3C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34963" y="5601295"/>
            <a:ext cx="3837192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l">
              <a:defRPr/>
            </a:pPr>
            <a:r>
              <a:rPr lang="en-US" sz="1000" noProof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Arm trademarks featured in this presentation are registered trademarks or trademarks of Arm Limited (or its subsidiaries) in the US and/or elsewhere. All rights reserved. All other marks featured may be trademarks of their respective owners.</a:t>
            </a:r>
          </a:p>
          <a:p>
            <a:pPr algn="l">
              <a:defRPr/>
            </a:pPr>
            <a:br>
              <a:rPr lang="en-US" sz="1000" noProof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000" noProof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www.arm.com/company/policies/trademarks</a:t>
            </a:r>
          </a:p>
        </p:txBody>
      </p:sp>
      <p:pic>
        <p:nvPicPr>
          <p:cNvPr id="3" name="Picture 11">
            <a:extLst>
              <a:ext uri="{FF2B5EF4-FFF2-40B4-BE49-F238E27FC236}">
                <a16:creationId xmlns:a16="http://schemas.microsoft.com/office/drawing/2014/main" id="{173C2F34-C098-3FF4-A356-9A5AE8AC246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34963" y="337495"/>
            <a:ext cx="1174240" cy="358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8652240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9_Closing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rainbow colored light on a white background&#10;&#10;Description automatically generated">
            <a:extLst>
              <a:ext uri="{FF2B5EF4-FFF2-40B4-BE49-F238E27FC236}">
                <a16:creationId xmlns:a16="http://schemas.microsoft.com/office/drawing/2014/main" id="{36586134-C8EC-543F-9A46-09509090B25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1140113" y="1500192"/>
            <a:ext cx="6858000" cy="3857625"/>
          </a:xfrm>
          <a:prstGeom prst="rect">
            <a:avLst/>
          </a:prstGeom>
        </p:spPr>
      </p:pic>
      <p:pic>
        <p:nvPicPr>
          <p:cNvPr id="2" name="Picture 8">
            <a:extLst>
              <a:ext uri="{FF2B5EF4-FFF2-40B4-BE49-F238E27FC236}">
                <a16:creationId xmlns:a16="http://schemas.microsoft.com/office/drawing/2014/main" id="{261D619C-3FF1-3ED8-A8F2-07E95F19960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52354" y="3256297"/>
            <a:ext cx="1129053" cy="34445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ADE8DD1-069F-97B2-E9C6-5610B87649B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326471" y="0"/>
            <a:ext cx="4655186" cy="70173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>
              <a:lnSpc>
                <a:spcPts val="3000"/>
              </a:lnSpc>
              <a:defRPr/>
            </a:pPr>
            <a:r>
              <a:rPr lang="en-US" sz="2400" noProof="1">
                <a:solidFill>
                  <a:schemeClr val="accent6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Tack</a:t>
            </a:r>
          </a:p>
          <a:p>
            <a:pPr algn="r">
              <a:lnSpc>
                <a:spcPts val="3000"/>
              </a:lnSpc>
              <a:defRPr/>
            </a:pPr>
            <a:r>
              <a:rPr lang="en-US" sz="2400" noProof="1">
                <a:solidFill>
                  <a:schemeClr val="accent6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ಧನ್ಯವಾದಗಳು</a:t>
            </a:r>
          </a:p>
          <a:p>
            <a:pPr algn="r">
              <a:lnSpc>
                <a:spcPts val="3000"/>
              </a:lnSpc>
              <a:defRPr/>
            </a:pPr>
            <a:r>
              <a:rPr lang="en-US" sz="2400" noProof="1">
                <a:solidFill>
                  <a:schemeClr val="accent6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Merci</a:t>
            </a:r>
          </a:p>
          <a:p>
            <a:pPr algn="r">
              <a:lnSpc>
                <a:spcPts val="3000"/>
              </a:lnSpc>
              <a:defRPr/>
            </a:pPr>
            <a:r>
              <a:rPr lang="en-US" sz="2400" noProof="1">
                <a:solidFill>
                  <a:schemeClr val="accent6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Danke</a:t>
            </a:r>
          </a:p>
          <a:p>
            <a:pPr algn="r">
              <a:lnSpc>
                <a:spcPts val="3000"/>
              </a:lnSpc>
              <a:defRPr/>
            </a:pPr>
            <a:r>
              <a:rPr lang="en-US" sz="2400" noProof="1">
                <a:solidFill>
                  <a:schemeClr val="accent6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Gracias</a:t>
            </a:r>
            <a:br>
              <a:rPr lang="en-US" sz="2400" noProof="1">
                <a:solidFill>
                  <a:schemeClr val="accent6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noProof="1">
                <a:solidFill>
                  <a:schemeClr val="accent6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Grazie</a:t>
            </a:r>
          </a:p>
          <a:p>
            <a:pPr algn="r">
              <a:lnSpc>
                <a:spcPts val="3000"/>
              </a:lnSpc>
              <a:defRPr/>
            </a:pPr>
            <a:r>
              <a:rPr lang="en-US" sz="2400" noProof="1">
                <a:solidFill>
                  <a:schemeClr val="accent6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谢谢</a:t>
            </a:r>
          </a:p>
          <a:p>
            <a:pPr algn="r">
              <a:lnSpc>
                <a:spcPts val="3000"/>
              </a:lnSpc>
              <a:defRPr/>
            </a:pPr>
            <a:r>
              <a:rPr lang="en-US" sz="2400" noProof="1">
                <a:solidFill>
                  <a:schemeClr val="accent6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ありがとう</a:t>
            </a:r>
          </a:p>
          <a:p>
            <a:pPr marL="0" marR="0" lvl="0" indent="0" algn="r" defTabSz="914400" rtl="0" eaLnBrk="0" fontAlgn="base" latinLnBrk="0" hangingPunct="0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400" noProof="1">
                <a:solidFill>
                  <a:schemeClr val="accent6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Asante</a:t>
            </a:r>
          </a:p>
          <a:p>
            <a:pPr marL="0" marR="0" lvl="0" indent="0" algn="r" defTabSz="914400" rtl="0" eaLnBrk="0" fontAlgn="base" latinLnBrk="0" hangingPunct="0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400" noProof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  <a:p>
            <a:pPr algn="r">
              <a:lnSpc>
                <a:spcPts val="3000"/>
              </a:lnSpc>
              <a:defRPr/>
            </a:pPr>
            <a:r>
              <a:rPr lang="en-US" sz="2400" noProof="1">
                <a:solidFill>
                  <a:schemeClr val="accent6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감사합니다</a:t>
            </a:r>
          </a:p>
          <a:p>
            <a:pPr algn="r">
              <a:lnSpc>
                <a:spcPts val="3000"/>
              </a:lnSpc>
              <a:defRPr/>
            </a:pPr>
            <a:r>
              <a:rPr lang="en-US" sz="2400" noProof="1">
                <a:solidFill>
                  <a:schemeClr val="accent6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धन्यवाद</a:t>
            </a:r>
          </a:p>
          <a:p>
            <a:pPr marL="0" marR="0" lvl="0" indent="0" algn="r" defTabSz="914400" rtl="0" eaLnBrk="0" fontAlgn="base" latinLnBrk="0" hangingPunct="0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400" noProof="1">
                <a:solidFill>
                  <a:schemeClr val="accent6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Kiitos</a:t>
            </a:r>
          </a:p>
          <a:p>
            <a:pPr algn="r">
              <a:lnSpc>
                <a:spcPts val="3000"/>
              </a:lnSpc>
              <a:defRPr/>
            </a:pPr>
            <a:r>
              <a:rPr lang="en-US" sz="2400" kern="1200" noProof="1">
                <a:solidFill>
                  <a:schemeClr val="accent6">
                    <a:alpha val="25000"/>
                  </a:schemeClr>
                </a:solidFill>
                <a:latin typeface="Arial" panose="020B0604020202020204" pitchFamily="34" charset="0"/>
                <a:ea typeface="ＭＳ Ｐゴシック" charset="-128"/>
                <a:cs typeface="Arial" panose="020B0604020202020204" pitchFamily="34" charset="0"/>
              </a:rPr>
              <a:t>شكرًا</a:t>
            </a:r>
          </a:p>
          <a:p>
            <a:pPr algn="r">
              <a:lnSpc>
                <a:spcPts val="3000"/>
              </a:lnSpc>
              <a:defRPr/>
            </a:pPr>
            <a:r>
              <a:rPr lang="en-US" sz="2400" noProof="1">
                <a:solidFill>
                  <a:schemeClr val="accent6">
                    <a:alpha val="25000"/>
                  </a:schemeClr>
                </a:solidFill>
                <a:latin typeface="Arial" panose="020B0604020202020204" pitchFamily="34" charset="0"/>
              </a:rPr>
              <a:t>ধন্যবাদ</a:t>
            </a:r>
            <a:br>
              <a:rPr lang="en-US" sz="2400" noProof="1">
                <a:solidFill>
                  <a:schemeClr val="accent6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noProof="1">
                <a:solidFill>
                  <a:schemeClr val="accent6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תודה</a:t>
            </a:r>
          </a:p>
          <a:p>
            <a:pPr marL="0" marR="0" lvl="0" indent="0" algn="r" defTabSz="914400" rtl="0" eaLnBrk="0" fontAlgn="base" latinLnBrk="0" hangingPunct="0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0" i="0" noProof="1">
                <a:solidFill>
                  <a:schemeClr val="accent6">
                    <a:alpha val="25000"/>
                  </a:schemeClr>
                </a:solidFill>
                <a:effectLst/>
                <a:latin typeface="Arial" panose="020B0604020202020204" pitchFamily="34" charset="0"/>
              </a:rPr>
              <a:t>ధన్యవాదములు</a:t>
            </a:r>
          </a:p>
          <a:p>
            <a:pPr marL="0" marR="0" lvl="0" indent="0" algn="r" defTabSz="914400" rtl="0" eaLnBrk="0" fontAlgn="base" latinLnBrk="0" hangingPunct="0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0" i="0" noProof="1">
                <a:solidFill>
                  <a:schemeClr val="accent6">
                    <a:alpha val="25000"/>
                  </a:schemeClr>
                </a:solidFill>
                <a:effectLst/>
                <a:latin typeface="Arial" panose="020B0604020202020204" pitchFamily="34" charset="0"/>
              </a:rPr>
              <a:t>Köszönöm</a:t>
            </a:r>
          </a:p>
        </p:txBody>
      </p:sp>
    </p:spTree>
    <p:extLst>
      <p:ext uri="{BB962C8B-B14F-4D97-AF65-F5344CB8AC3E}">
        <p14:creationId xmlns:p14="http://schemas.microsoft.com/office/powerpoint/2010/main" val="2351446700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_Closing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ainbow colored light on a white background&#10;&#10;Description automatically generated">
            <a:extLst>
              <a:ext uri="{FF2B5EF4-FFF2-40B4-BE49-F238E27FC236}">
                <a16:creationId xmlns:a16="http://schemas.microsoft.com/office/drawing/2014/main" id="{B73A29E6-E9F1-5B2F-2688-7663FBD23B1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1140113" y="1500192"/>
            <a:ext cx="6858000" cy="385762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F9E4EE0-1E94-ABC1-F835-25183B1E6DF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34963" y="5662851"/>
            <a:ext cx="2658035" cy="861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l">
              <a:defRPr/>
            </a:pPr>
            <a:r>
              <a:rPr lang="en-US" sz="80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Arm trademarks featured in this presentation are registered trademarks or trademarks of Arm Limited </a:t>
            </a:r>
            <a:br>
              <a:rPr lang="en-US" sz="80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80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(or its subsidiaries) in the US and/or elsewhere. All rights reserved. All other marks featured may be trademarks of their respective owners.</a:t>
            </a:r>
          </a:p>
          <a:p>
            <a:pPr algn="l">
              <a:defRPr/>
            </a:pPr>
            <a:br>
              <a:rPr lang="en-US" sz="800" noProof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800" noProof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www.arm.com/company/policies/trademarks</a:t>
            </a:r>
          </a:p>
        </p:txBody>
      </p:sp>
      <p:pic>
        <p:nvPicPr>
          <p:cNvPr id="4" name="Picture 8">
            <a:extLst>
              <a:ext uri="{FF2B5EF4-FFF2-40B4-BE49-F238E27FC236}">
                <a16:creationId xmlns:a16="http://schemas.microsoft.com/office/drawing/2014/main" id="{704BD083-B9DE-015E-8172-3DBA1E572DD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52354" y="3256297"/>
            <a:ext cx="1129053" cy="344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3395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image" Target="../media/image1.sv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63.xml"/><Relationship Id="rId18" Type="http://schemas.openxmlformats.org/officeDocument/2006/relationships/slideLayout" Target="../slideLayouts/slideLayout68.xml"/><Relationship Id="rId26" Type="http://schemas.openxmlformats.org/officeDocument/2006/relationships/slideLayout" Target="../slideLayouts/slideLayout76.xml"/><Relationship Id="rId39" Type="http://schemas.openxmlformats.org/officeDocument/2006/relationships/slideLayout" Target="../slideLayouts/slideLayout89.xml"/><Relationship Id="rId21" Type="http://schemas.openxmlformats.org/officeDocument/2006/relationships/slideLayout" Target="../slideLayouts/slideLayout71.xml"/><Relationship Id="rId34" Type="http://schemas.openxmlformats.org/officeDocument/2006/relationships/slideLayout" Target="../slideLayouts/slideLayout84.xml"/><Relationship Id="rId42" Type="http://schemas.openxmlformats.org/officeDocument/2006/relationships/slideLayout" Target="../slideLayouts/slideLayout92.xml"/><Relationship Id="rId47" Type="http://schemas.openxmlformats.org/officeDocument/2006/relationships/slideLayout" Target="../slideLayouts/slideLayout97.xml"/><Relationship Id="rId50" Type="http://schemas.openxmlformats.org/officeDocument/2006/relationships/image" Target="../media/image3.svg"/><Relationship Id="rId7" Type="http://schemas.openxmlformats.org/officeDocument/2006/relationships/slideLayout" Target="../slideLayouts/slideLayout57.xml"/><Relationship Id="rId2" Type="http://schemas.openxmlformats.org/officeDocument/2006/relationships/slideLayout" Target="../slideLayouts/slideLayout52.xml"/><Relationship Id="rId16" Type="http://schemas.openxmlformats.org/officeDocument/2006/relationships/slideLayout" Target="../slideLayouts/slideLayout66.xml"/><Relationship Id="rId29" Type="http://schemas.openxmlformats.org/officeDocument/2006/relationships/slideLayout" Target="../slideLayouts/slideLayout79.xml"/><Relationship Id="rId11" Type="http://schemas.openxmlformats.org/officeDocument/2006/relationships/slideLayout" Target="../slideLayouts/slideLayout61.xml"/><Relationship Id="rId24" Type="http://schemas.openxmlformats.org/officeDocument/2006/relationships/slideLayout" Target="../slideLayouts/slideLayout74.xml"/><Relationship Id="rId32" Type="http://schemas.openxmlformats.org/officeDocument/2006/relationships/slideLayout" Target="../slideLayouts/slideLayout82.xml"/><Relationship Id="rId37" Type="http://schemas.openxmlformats.org/officeDocument/2006/relationships/slideLayout" Target="../slideLayouts/slideLayout87.xml"/><Relationship Id="rId40" Type="http://schemas.openxmlformats.org/officeDocument/2006/relationships/slideLayout" Target="../slideLayouts/slideLayout90.xml"/><Relationship Id="rId45" Type="http://schemas.openxmlformats.org/officeDocument/2006/relationships/slideLayout" Target="../slideLayouts/slideLayout95.xml"/><Relationship Id="rId5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65.xml"/><Relationship Id="rId23" Type="http://schemas.openxmlformats.org/officeDocument/2006/relationships/slideLayout" Target="../slideLayouts/slideLayout73.xml"/><Relationship Id="rId28" Type="http://schemas.openxmlformats.org/officeDocument/2006/relationships/slideLayout" Target="../slideLayouts/slideLayout78.xml"/><Relationship Id="rId36" Type="http://schemas.openxmlformats.org/officeDocument/2006/relationships/slideLayout" Target="../slideLayouts/slideLayout86.xml"/><Relationship Id="rId49" Type="http://schemas.openxmlformats.org/officeDocument/2006/relationships/theme" Target="../theme/theme2.xml"/><Relationship Id="rId10" Type="http://schemas.openxmlformats.org/officeDocument/2006/relationships/slideLayout" Target="../slideLayouts/slideLayout60.xml"/><Relationship Id="rId19" Type="http://schemas.openxmlformats.org/officeDocument/2006/relationships/slideLayout" Target="../slideLayouts/slideLayout69.xml"/><Relationship Id="rId31" Type="http://schemas.openxmlformats.org/officeDocument/2006/relationships/slideLayout" Target="../slideLayouts/slideLayout81.xml"/><Relationship Id="rId44" Type="http://schemas.openxmlformats.org/officeDocument/2006/relationships/slideLayout" Target="../slideLayouts/slideLayout94.xml"/><Relationship Id="rId4" Type="http://schemas.openxmlformats.org/officeDocument/2006/relationships/slideLayout" Target="../slideLayouts/slideLayout54.xml"/><Relationship Id="rId9" Type="http://schemas.openxmlformats.org/officeDocument/2006/relationships/slideLayout" Target="../slideLayouts/slideLayout59.xml"/><Relationship Id="rId14" Type="http://schemas.openxmlformats.org/officeDocument/2006/relationships/slideLayout" Target="../slideLayouts/slideLayout64.xml"/><Relationship Id="rId22" Type="http://schemas.openxmlformats.org/officeDocument/2006/relationships/slideLayout" Target="../slideLayouts/slideLayout72.xml"/><Relationship Id="rId27" Type="http://schemas.openxmlformats.org/officeDocument/2006/relationships/slideLayout" Target="../slideLayouts/slideLayout77.xml"/><Relationship Id="rId30" Type="http://schemas.openxmlformats.org/officeDocument/2006/relationships/slideLayout" Target="../slideLayouts/slideLayout80.xml"/><Relationship Id="rId35" Type="http://schemas.openxmlformats.org/officeDocument/2006/relationships/slideLayout" Target="../slideLayouts/slideLayout85.xml"/><Relationship Id="rId43" Type="http://schemas.openxmlformats.org/officeDocument/2006/relationships/slideLayout" Target="../slideLayouts/slideLayout93.xml"/><Relationship Id="rId48" Type="http://schemas.openxmlformats.org/officeDocument/2006/relationships/slideLayout" Target="../slideLayouts/slideLayout98.xml"/><Relationship Id="rId8" Type="http://schemas.openxmlformats.org/officeDocument/2006/relationships/slideLayout" Target="../slideLayouts/slideLayout58.xml"/><Relationship Id="rId3" Type="http://schemas.openxmlformats.org/officeDocument/2006/relationships/slideLayout" Target="../slideLayouts/slideLayout53.xml"/><Relationship Id="rId12" Type="http://schemas.openxmlformats.org/officeDocument/2006/relationships/slideLayout" Target="../slideLayouts/slideLayout62.xml"/><Relationship Id="rId17" Type="http://schemas.openxmlformats.org/officeDocument/2006/relationships/slideLayout" Target="../slideLayouts/slideLayout67.xml"/><Relationship Id="rId25" Type="http://schemas.openxmlformats.org/officeDocument/2006/relationships/slideLayout" Target="../slideLayouts/slideLayout75.xml"/><Relationship Id="rId33" Type="http://schemas.openxmlformats.org/officeDocument/2006/relationships/slideLayout" Target="../slideLayouts/slideLayout83.xml"/><Relationship Id="rId38" Type="http://schemas.openxmlformats.org/officeDocument/2006/relationships/slideLayout" Target="../slideLayouts/slideLayout88.xml"/><Relationship Id="rId46" Type="http://schemas.openxmlformats.org/officeDocument/2006/relationships/slideLayout" Target="../slideLayouts/slideLayout96.xml"/><Relationship Id="rId20" Type="http://schemas.openxmlformats.org/officeDocument/2006/relationships/slideLayout" Target="../slideLayouts/slideLayout70.xml"/><Relationship Id="rId41" Type="http://schemas.openxmlformats.org/officeDocument/2006/relationships/slideLayout" Target="../slideLayouts/slideLayout91.xml"/><Relationship Id="rId1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34963" y="333375"/>
            <a:ext cx="11233150" cy="42100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Click to edit title style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84EB643E-3109-434C-BA97-15D4C8A5EF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4962" y="911934"/>
            <a:ext cx="11522075" cy="534408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extBox 26">
            <a:extLst>
              <a:ext uri="{FF2B5EF4-FFF2-40B4-BE49-F238E27FC236}">
                <a16:creationId xmlns:a16="http://schemas.microsoft.com/office/drawing/2014/main" id="{84309424-723D-8A35-92B9-2F15D94C0D3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544299" y="6574374"/>
            <a:ext cx="312738" cy="110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fld id="{2682C2D1-8EA8-E748-B66F-74D4D53CF8F8}" type="slidenum">
              <a:rPr lang="en-US" altLang="en-US" sz="800" b="0" i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lnSpc>
                  <a:spcPct val="90000"/>
                </a:lnSpc>
                <a:spcAft>
                  <a:spcPts val="600"/>
                </a:spcAft>
                <a:buFont typeface="Arial" charset="0"/>
                <a:buNone/>
                <a:defRPr/>
              </a:pPr>
              <a:t>‹#›</a:t>
            </a:fld>
            <a:endParaRPr lang="en-US" alt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20">
            <a:extLst>
              <a:ext uri="{FF2B5EF4-FFF2-40B4-BE49-F238E27FC236}">
                <a16:creationId xmlns:a16="http://schemas.microsoft.com/office/drawing/2014/main" id="{9D572872-9C2D-0C1F-D4D0-A3E9022FFFF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991884" y="6576910"/>
            <a:ext cx="4636741" cy="110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r>
              <a:rPr lang="en-GB" altLang="en-US" sz="800" b="0" i="0" dirty="0">
                <a:solidFill>
                  <a:schemeClr val="tx1">
                    <a:alpha val="50199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 Arm</a:t>
            </a:r>
          </a:p>
        </p:txBody>
      </p:sp>
      <p:pic>
        <p:nvPicPr>
          <p:cNvPr id="6" name="Picture 7">
            <a:extLst>
              <a:ext uri="{FF2B5EF4-FFF2-40B4-BE49-F238E27FC236}">
                <a16:creationId xmlns:a16="http://schemas.microsoft.com/office/drawing/2014/main" id="{59DBC0C9-72A6-2DB5-0DF6-C7C6A1D65C4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rcRect/>
          <a:stretch/>
        </p:blipFill>
        <p:spPr>
          <a:xfrm>
            <a:off x="334964" y="6526498"/>
            <a:ext cx="506921" cy="154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77910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541" r:id="rId1"/>
    <p:sldLayoutId id="2147485718" r:id="rId2"/>
    <p:sldLayoutId id="2147485712" r:id="rId3"/>
    <p:sldLayoutId id="2147485713" r:id="rId4"/>
    <p:sldLayoutId id="2147485714" r:id="rId5"/>
    <p:sldLayoutId id="2147485578" r:id="rId6"/>
    <p:sldLayoutId id="2147485720" r:id="rId7"/>
    <p:sldLayoutId id="2147485722" r:id="rId8"/>
    <p:sldLayoutId id="2147485724" r:id="rId9"/>
    <p:sldLayoutId id="2147485725" r:id="rId10"/>
    <p:sldLayoutId id="2147485726" r:id="rId11"/>
    <p:sldLayoutId id="2147485600" r:id="rId12"/>
    <p:sldLayoutId id="2147485598" r:id="rId13"/>
    <p:sldLayoutId id="2147485657" r:id="rId14"/>
    <p:sldLayoutId id="2147485658" r:id="rId15"/>
    <p:sldLayoutId id="2147485723" r:id="rId16"/>
    <p:sldLayoutId id="2147485715" r:id="rId17"/>
    <p:sldLayoutId id="2147485719" r:id="rId18"/>
    <p:sldLayoutId id="2147485716" r:id="rId19"/>
    <p:sldLayoutId id="2147485823" r:id="rId20"/>
    <p:sldLayoutId id="2147485721" r:id="rId21"/>
    <p:sldLayoutId id="2147485727" r:id="rId22"/>
    <p:sldLayoutId id="2147485728" r:id="rId23"/>
    <p:sldLayoutId id="2147485822" r:id="rId24"/>
    <p:sldLayoutId id="2147485516" r:id="rId25"/>
    <p:sldLayoutId id="2147485567" r:id="rId26"/>
    <p:sldLayoutId id="2147485539" r:id="rId27"/>
    <p:sldLayoutId id="2147485440" r:id="rId28"/>
    <p:sldLayoutId id="2147485441" r:id="rId29"/>
    <p:sldLayoutId id="2147485442" r:id="rId30"/>
    <p:sldLayoutId id="2147485443" r:id="rId31"/>
    <p:sldLayoutId id="2147485445" r:id="rId32"/>
    <p:sldLayoutId id="2147485446" r:id="rId33"/>
    <p:sldLayoutId id="2147485448" r:id="rId34"/>
    <p:sldLayoutId id="2147485449" r:id="rId35"/>
    <p:sldLayoutId id="2147485450" r:id="rId36"/>
    <p:sldLayoutId id="2147485717" r:id="rId37"/>
    <p:sldLayoutId id="2147485591" r:id="rId38"/>
    <p:sldLayoutId id="2147485592" r:id="rId39"/>
    <p:sldLayoutId id="2147485593" r:id="rId40"/>
    <p:sldLayoutId id="2147485452" r:id="rId41"/>
    <p:sldLayoutId id="2147485590" r:id="rId42"/>
    <p:sldLayoutId id="2147485527" r:id="rId43"/>
    <p:sldLayoutId id="2147485453" r:id="rId44"/>
    <p:sldLayoutId id="2147485561" r:id="rId45"/>
    <p:sldLayoutId id="2147485513" r:id="rId46"/>
    <p:sldLayoutId id="2147485570" r:id="rId47"/>
    <p:sldLayoutId id="2147485529" r:id="rId48"/>
    <p:sldLayoutId id="2147485852" r:id="rId49"/>
    <p:sldLayoutId id="2147485853" r:id="rId50"/>
  </p:sldLayoutIdLst>
  <p:hf hdr="0" ftr="0" dt="0"/>
  <p:txStyles>
    <p:titleStyle>
      <a:lvl1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200" b="0" i="0" kern="1200" spc="-5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1pPr>
      <a:lvl2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Calibri" charset="0"/>
          <a:ea typeface="ＭＳ Ｐゴシック" charset="0"/>
          <a:cs typeface="ＭＳ Ｐゴシック" charset="0"/>
        </a:defRPr>
      </a:lvl2pPr>
      <a:lvl3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Calibri" charset="0"/>
          <a:ea typeface="ＭＳ Ｐゴシック" charset="0"/>
          <a:cs typeface="ＭＳ Ｐゴシック" charset="0"/>
        </a:defRPr>
      </a:lvl3pPr>
      <a:lvl4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Calibri" charset="0"/>
          <a:ea typeface="ＭＳ Ｐゴシック" charset="0"/>
          <a:cs typeface="ＭＳ Ｐゴシック" charset="0"/>
        </a:defRPr>
      </a:lvl4pPr>
      <a:lvl5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Calibri" charset="0"/>
          <a:ea typeface="ＭＳ Ｐゴシック" charset="0"/>
          <a:cs typeface="ＭＳ Ｐゴシック" charset="0"/>
        </a:defRPr>
      </a:lvl5pPr>
      <a:lvl6pPr marL="4572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Calibri" charset="0"/>
        </a:defRPr>
      </a:lvl6pPr>
      <a:lvl7pPr marL="9144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Calibri" charset="0"/>
        </a:defRPr>
      </a:lvl7pPr>
      <a:lvl8pPr marL="13716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Calibri" charset="0"/>
        </a:defRPr>
      </a:lvl8pPr>
      <a:lvl9pPr marL="18288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Calibri" charset="0"/>
        </a:defRPr>
      </a:lvl9pPr>
    </p:titleStyle>
    <p:bodyStyle>
      <a:lvl1pPr marL="342900" indent="-342900" algn="l" rtl="0" eaLnBrk="1" fontAlgn="base" hangingPunct="1">
        <a:lnSpc>
          <a:spcPct val="100000"/>
        </a:lnSpc>
        <a:spcBef>
          <a:spcPts val="600"/>
        </a:spcBef>
        <a:spcAft>
          <a:spcPts val="0"/>
        </a:spcAft>
        <a:buClr>
          <a:srgbClr val="6E2FF1"/>
        </a:buClr>
        <a:buSzPct val="80000"/>
        <a:buFont typeface="Arial" panose="020B0604020202020204" pitchFamily="34" charset="0"/>
        <a:buChar char="•"/>
        <a:defRPr sz="2000" b="0" i="0" kern="1200">
          <a:solidFill>
            <a:srgbClr val="333E48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1pPr>
      <a:lvl2pPr marL="581343" indent="-166688" algn="l" rtl="0" eaLnBrk="1" fontAlgn="base" hangingPunct="1">
        <a:lnSpc>
          <a:spcPct val="100000"/>
        </a:lnSpc>
        <a:spcBef>
          <a:spcPts val="0"/>
        </a:spcBef>
        <a:spcAft>
          <a:spcPts val="0"/>
        </a:spcAft>
        <a:buClr>
          <a:srgbClr val="6E2FF1"/>
        </a:buClr>
        <a:buSzPct val="80000"/>
        <a:buFont typeface="Arial" panose="020B0604020202020204" pitchFamily="34" charset="0"/>
        <a:buChar char="•"/>
        <a:defRPr sz="1800" b="0" i="0" kern="1200">
          <a:solidFill>
            <a:srgbClr val="333E48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2pPr>
      <a:lvl3pPr marL="855663" indent="-166688" algn="l" rtl="0" eaLnBrk="1" fontAlgn="base" hangingPunct="1">
        <a:lnSpc>
          <a:spcPct val="100000"/>
        </a:lnSpc>
        <a:spcBef>
          <a:spcPts val="0"/>
        </a:spcBef>
        <a:spcAft>
          <a:spcPts val="0"/>
        </a:spcAft>
        <a:buClr>
          <a:srgbClr val="6E2FF1"/>
        </a:buClr>
        <a:buSzPct val="80000"/>
        <a:buFont typeface="Arial" panose="020B0604020202020204" pitchFamily="34" charset="0"/>
        <a:buChar char="•"/>
        <a:defRPr sz="1600" b="0" i="0" kern="1200">
          <a:solidFill>
            <a:srgbClr val="333E48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3pPr>
      <a:lvl4pPr marL="1201738" indent="-173038" algn="l" rtl="0" eaLnBrk="1" fontAlgn="base" hangingPunct="1">
        <a:lnSpc>
          <a:spcPct val="100000"/>
        </a:lnSpc>
        <a:spcBef>
          <a:spcPts val="0"/>
        </a:spcBef>
        <a:spcAft>
          <a:spcPts val="0"/>
        </a:spcAft>
        <a:buClr>
          <a:srgbClr val="6E2FF1"/>
        </a:buClr>
        <a:buSzPct val="80000"/>
        <a:buFont typeface="Arial" panose="020B0604020202020204" pitchFamily="34" charset="0"/>
        <a:buChar char="•"/>
        <a:defRPr sz="1600" b="0" i="0" kern="1200">
          <a:solidFill>
            <a:srgbClr val="333E48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4pPr>
      <a:lvl5pPr marL="1427163" indent="-168275" algn="l" rtl="0" eaLnBrk="1" fontAlgn="base" hangingPunct="1">
        <a:lnSpc>
          <a:spcPct val="100000"/>
        </a:lnSpc>
        <a:spcBef>
          <a:spcPts val="0"/>
        </a:spcBef>
        <a:spcAft>
          <a:spcPts val="0"/>
        </a:spcAft>
        <a:buClr>
          <a:srgbClr val="6E2FF1"/>
        </a:buClr>
        <a:buSzPct val="80000"/>
        <a:buFont typeface="Arial" panose="020B0604020202020204" pitchFamily="34" charset="0"/>
        <a:buChar char="•"/>
        <a:defRPr sz="1600" b="0" i="0" kern="1200">
          <a:solidFill>
            <a:srgbClr val="333E48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5pPr>
      <a:lvl6pPr marL="1655064" indent="-164592"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>
          <a:schemeClr val="accent1"/>
        </a:buClr>
        <a:buSzPct val="80000"/>
        <a:buFont typeface="Wingdings" panose="05000000000000000000" pitchFamily="2" charset="2"/>
        <a:buChar char="§"/>
        <a:defRPr lang="en-US" sz="1600" kern="1200" dirty="0" smtClean="0">
          <a:solidFill>
            <a:srgbClr val="383838"/>
          </a:solidFill>
          <a:latin typeface="+mn-lt"/>
          <a:ea typeface="+mn-ea"/>
          <a:cs typeface="+mn-cs"/>
        </a:defRPr>
      </a:lvl6pPr>
      <a:lvl7pPr marL="1883664" indent="-164592"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>
          <a:schemeClr val="accent1"/>
        </a:buClr>
        <a:buSzPct val="80000"/>
        <a:buFont typeface="Calibri" panose="020F0502020204030204" pitchFamily="34" charset="0"/>
        <a:buChar char="–"/>
        <a:defRPr lang="en-US" sz="1600" kern="1200" dirty="0" smtClean="0">
          <a:solidFill>
            <a:srgbClr val="383838"/>
          </a:solidFill>
          <a:latin typeface="+mn-lt"/>
          <a:ea typeface="+mn-ea"/>
          <a:cs typeface="+mn-cs"/>
        </a:defRPr>
      </a:lvl7pPr>
      <a:lvl8pPr marL="2112264" indent="-164592"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>
          <a:schemeClr val="accent1"/>
        </a:buClr>
        <a:buSzPct val="80000"/>
        <a:buFont typeface="Wingdings" panose="05000000000000000000" pitchFamily="2" charset="2"/>
        <a:buChar char="§"/>
        <a:defRPr lang="en-US" sz="1600" kern="1200" dirty="0" smtClean="0">
          <a:solidFill>
            <a:srgbClr val="383838"/>
          </a:solidFill>
          <a:latin typeface="+mn-lt"/>
          <a:ea typeface="+mn-ea"/>
          <a:cs typeface="+mn-cs"/>
        </a:defRPr>
      </a:lvl8pPr>
      <a:lvl9pPr marL="2340864" indent="-164592"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>
          <a:schemeClr val="accent1"/>
        </a:buClr>
        <a:buSzPct val="80000"/>
        <a:buFont typeface="Calibri" panose="020F0502020204030204" pitchFamily="34" charset="0"/>
        <a:buChar char="–"/>
        <a:defRPr lang="en-US" sz="1600" kern="1200" dirty="0" smtClean="0">
          <a:solidFill>
            <a:srgbClr val="383838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4" orient="horz" pos="210" userDrawn="1">
          <p15:clr>
            <a:srgbClr val="F26B43"/>
          </p15:clr>
        </p15:guide>
        <p15:guide id="5" orient="horz" pos="4110" userDrawn="1">
          <p15:clr>
            <a:srgbClr val="F26B43"/>
          </p15:clr>
        </p15:guide>
        <p15:guide id="6" pos="7469" userDrawn="1">
          <p15:clr>
            <a:srgbClr val="F26B43"/>
          </p15:clr>
        </p15:guide>
        <p15:guide id="7" pos="211" userDrawn="1">
          <p15:clr>
            <a:srgbClr val="F26B43"/>
          </p15:clr>
        </p15:guide>
        <p15:guide id="8" pos="2026" userDrawn="1">
          <p15:clr>
            <a:srgbClr val="F26B43"/>
          </p15:clr>
        </p15:guide>
        <p15:guide id="9" pos="5654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34963" y="333375"/>
            <a:ext cx="11233150" cy="42100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Click to edit title style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84EB643E-3109-434C-BA97-15D4C8A5EF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4962" y="911934"/>
            <a:ext cx="11522075" cy="534408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extBox 26">
            <a:extLst>
              <a:ext uri="{FF2B5EF4-FFF2-40B4-BE49-F238E27FC236}">
                <a16:creationId xmlns:a16="http://schemas.microsoft.com/office/drawing/2014/main" id="{84309424-723D-8A35-92B9-2F15D94C0D3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544299" y="6574374"/>
            <a:ext cx="312738" cy="110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fld id="{2682C2D1-8EA8-E748-B66F-74D4D53CF8F8}" type="slidenum">
              <a:rPr lang="en-US" altLang="en-US" sz="800" b="0" i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lnSpc>
                  <a:spcPct val="90000"/>
                </a:lnSpc>
                <a:spcAft>
                  <a:spcPts val="600"/>
                </a:spcAft>
                <a:buFont typeface="Arial" charset="0"/>
                <a:buNone/>
                <a:defRPr/>
              </a:pPr>
              <a:t>‹#›</a:t>
            </a:fld>
            <a:endParaRPr lang="en-US" alt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20">
            <a:extLst>
              <a:ext uri="{FF2B5EF4-FFF2-40B4-BE49-F238E27FC236}">
                <a16:creationId xmlns:a16="http://schemas.microsoft.com/office/drawing/2014/main" id="{9D572872-9C2D-0C1F-D4D0-A3E9022FFFF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991884" y="6576910"/>
            <a:ext cx="4636741" cy="110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r>
              <a:rPr lang="en-GB" altLang="en-US" sz="800" b="0" i="0" dirty="0">
                <a:solidFill>
                  <a:schemeClr val="bg2">
                    <a:alpha val="50199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 Arm</a:t>
            </a:r>
          </a:p>
        </p:txBody>
      </p:sp>
      <p:pic>
        <p:nvPicPr>
          <p:cNvPr id="5" name="Picture 8">
            <a:extLst>
              <a:ext uri="{FF2B5EF4-FFF2-40B4-BE49-F238E27FC236}">
                <a16:creationId xmlns:a16="http://schemas.microsoft.com/office/drawing/2014/main" id="{D432EAEC-3A67-5AE0-E8C2-BEDD4E28008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rcRect/>
          <a:stretch/>
        </p:blipFill>
        <p:spPr>
          <a:xfrm>
            <a:off x="334964" y="6526498"/>
            <a:ext cx="506921" cy="154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3087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769" r:id="rId1"/>
    <p:sldLayoutId id="2147485785" r:id="rId2"/>
    <p:sldLayoutId id="2147485770" r:id="rId3"/>
    <p:sldLayoutId id="2147485771" r:id="rId4"/>
    <p:sldLayoutId id="2147485772" r:id="rId5"/>
    <p:sldLayoutId id="2147485824" r:id="rId6"/>
    <p:sldLayoutId id="2147485825" r:id="rId7"/>
    <p:sldLayoutId id="2147485826" r:id="rId8"/>
    <p:sldLayoutId id="2147485827" r:id="rId9"/>
    <p:sldLayoutId id="2147485828" r:id="rId10"/>
    <p:sldLayoutId id="2147485829" r:id="rId11"/>
    <p:sldLayoutId id="2147485830" r:id="rId12"/>
    <p:sldLayoutId id="2147485831" r:id="rId13"/>
    <p:sldLayoutId id="2147485832" r:id="rId14"/>
    <p:sldLayoutId id="2147485833" r:id="rId15"/>
    <p:sldLayoutId id="2147485834" r:id="rId16"/>
    <p:sldLayoutId id="2147485835" r:id="rId17"/>
    <p:sldLayoutId id="2147485836" r:id="rId18"/>
    <p:sldLayoutId id="2147485837" r:id="rId19"/>
    <p:sldLayoutId id="2147485838" r:id="rId20"/>
    <p:sldLayoutId id="2147485839" r:id="rId21"/>
    <p:sldLayoutId id="2147485840" r:id="rId22"/>
    <p:sldLayoutId id="2147485841" r:id="rId23"/>
    <p:sldLayoutId id="2147485842" r:id="rId24"/>
    <p:sldLayoutId id="2147485793" r:id="rId25"/>
    <p:sldLayoutId id="2147485794" r:id="rId26"/>
    <p:sldLayoutId id="2147485795" r:id="rId27"/>
    <p:sldLayoutId id="2147485680" r:id="rId28"/>
    <p:sldLayoutId id="2147485681" r:id="rId29"/>
    <p:sldLayoutId id="2147485682" r:id="rId30"/>
    <p:sldLayoutId id="2147485683" r:id="rId31"/>
    <p:sldLayoutId id="2147485685" r:id="rId32"/>
    <p:sldLayoutId id="2147485686" r:id="rId33"/>
    <p:sldLayoutId id="2147485688" r:id="rId34"/>
    <p:sldLayoutId id="2147485689" r:id="rId35"/>
    <p:sldLayoutId id="2147485690" r:id="rId36"/>
    <p:sldLayoutId id="2147485708" r:id="rId37"/>
    <p:sldLayoutId id="2147485695" r:id="rId38"/>
    <p:sldLayoutId id="2147485696" r:id="rId39"/>
    <p:sldLayoutId id="2147485697" r:id="rId40"/>
    <p:sldLayoutId id="2147485843" r:id="rId41"/>
    <p:sldLayoutId id="2147485844" r:id="rId42"/>
    <p:sldLayoutId id="2147485845" r:id="rId43"/>
    <p:sldLayoutId id="2147485846" r:id="rId44"/>
    <p:sldLayoutId id="2147485847" r:id="rId45"/>
    <p:sldLayoutId id="2147485848" r:id="rId46"/>
    <p:sldLayoutId id="2147485849" r:id="rId47"/>
    <p:sldLayoutId id="2147485850" r:id="rId48"/>
  </p:sldLayoutIdLst>
  <p:hf hdr="0" ftr="0" dt="0"/>
  <p:txStyles>
    <p:titleStyle>
      <a:lvl1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200" b="0" i="0" kern="1200" spc="-50">
          <a:solidFill>
            <a:schemeClr val="bg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1pPr>
      <a:lvl2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Calibri" charset="0"/>
          <a:ea typeface="ＭＳ Ｐゴシック" charset="0"/>
          <a:cs typeface="ＭＳ Ｐゴシック" charset="0"/>
        </a:defRPr>
      </a:lvl2pPr>
      <a:lvl3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Calibri" charset="0"/>
          <a:ea typeface="ＭＳ Ｐゴシック" charset="0"/>
          <a:cs typeface="ＭＳ Ｐゴシック" charset="0"/>
        </a:defRPr>
      </a:lvl3pPr>
      <a:lvl4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Calibri" charset="0"/>
          <a:ea typeface="ＭＳ Ｐゴシック" charset="0"/>
          <a:cs typeface="ＭＳ Ｐゴシック" charset="0"/>
        </a:defRPr>
      </a:lvl4pPr>
      <a:lvl5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Calibri" charset="0"/>
          <a:ea typeface="ＭＳ Ｐゴシック" charset="0"/>
          <a:cs typeface="ＭＳ Ｐゴシック" charset="0"/>
        </a:defRPr>
      </a:lvl5pPr>
      <a:lvl6pPr marL="4572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Calibri" charset="0"/>
        </a:defRPr>
      </a:lvl6pPr>
      <a:lvl7pPr marL="9144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Calibri" charset="0"/>
        </a:defRPr>
      </a:lvl7pPr>
      <a:lvl8pPr marL="13716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Calibri" charset="0"/>
        </a:defRPr>
      </a:lvl8pPr>
      <a:lvl9pPr marL="18288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Calibri" charset="0"/>
        </a:defRPr>
      </a:lvl9pPr>
    </p:titleStyle>
    <p:bodyStyle>
      <a:lvl1pPr marL="342900" indent="-342900" algn="l" rtl="0" eaLnBrk="1" fontAlgn="base" hangingPunct="1">
        <a:lnSpc>
          <a:spcPct val="100000"/>
        </a:lnSpc>
        <a:spcBef>
          <a:spcPts val="600"/>
        </a:spcBef>
        <a:spcAft>
          <a:spcPts val="0"/>
        </a:spcAft>
        <a:buClr>
          <a:schemeClr val="accent4"/>
        </a:buClr>
        <a:buSzPct val="80000"/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1pPr>
      <a:lvl2pPr marL="581343" indent="-166688" algn="l" rtl="0" eaLnBrk="1" fontAlgn="base" hangingPunct="1">
        <a:lnSpc>
          <a:spcPct val="100000"/>
        </a:lnSpc>
        <a:spcBef>
          <a:spcPts val="0"/>
        </a:spcBef>
        <a:spcAft>
          <a:spcPts val="0"/>
        </a:spcAft>
        <a:buClr>
          <a:schemeClr val="accent4"/>
        </a:buClr>
        <a:buSzPct val="80000"/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2pPr>
      <a:lvl3pPr marL="855663" indent="-166688" algn="l" rtl="0" eaLnBrk="1" fontAlgn="base" hangingPunct="1">
        <a:lnSpc>
          <a:spcPct val="100000"/>
        </a:lnSpc>
        <a:spcBef>
          <a:spcPts val="0"/>
        </a:spcBef>
        <a:spcAft>
          <a:spcPts val="0"/>
        </a:spcAft>
        <a:buClr>
          <a:schemeClr val="accent4"/>
        </a:buClr>
        <a:buSzPct val="80000"/>
        <a:buFont typeface="Arial" panose="020B0604020202020204" pitchFamily="34" charset="0"/>
        <a:buChar char="•"/>
        <a:defRPr sz="1600" b="0" i="0" kern="1200">
          <a:solidFill>
            <a:schemeClr val="bg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3pPr>
      <a:lvl4pPr marL="1201738" indent="-173038" algn="l" rtl="0" eaLnBrk="1" fontAlgn="base" hangingPunct="1">
        <a:lnSpc>
          <a:spcPct val="100000"/>
        </a:lnSpc>
        <a:spcBef>
          <a:spcPts val="0"/>
        </a:spcBef>
        <a:spcAft>
          <a:spcPts val="0"/>
        </a:spcAft>
        <a:buClr>
          <a:schemeClr val="accent4"/>
        </a:buClr>
        <a:buSzPct val="80000"/>
        <a:buFont typeface="Arial" panose="020B0604020202020204" pitchFamily="34" charset="0"/>
        <a:buChar char="•"/>
        <a:defRPr sz="1600" b="0" i="0" kern="1200">
          <a:solidFill>
            <a:schemeClr val="bg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4pPr>
      <a:lvl5pPr marL="1427163" indent="-168275" algn="l" rtl="0" eaLnBrk="1" fontAlgn="base" hangingPunct="1">
        <a:lnSpc>
          <a:spcPct val="100000"/>
        </a:lnSpc>
        <a:spcBef>
          <a:spcPts val="0"/>
        </a:spcBef>
        <a:spcAft>
          <a:spcPts val="0"/>
        </a:spcAft>
        <a:buClr>
          <a:schemeClr val="accent4"/>
        </a:buClr>
        <a:buSzPct val="80000"/>
        <a:buFont typeface="Arial" panose="020B0604020202020204" pitchFamily="34" charset="0"/>
        <a:buChar char="•"/>
        <a:defRPr sz="1600" b="0" i="0" kern="1200">
          <a:solidFill>
            <a:schemeClr val="bg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5pPr>
      <a:lvl6pPr marL="1655064" indent="-164592"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>
          <a:schemeClr val="accent1"/>
        </a:buClr>
        <a:buSzPct val="80000"/>
        <a:buFont typeface="Wingdings" panose="05000000000000000000" pitchFamily="2" charset="2"/>
        <a:buChar char="§"/>
        <a:defRPr lang="en-US" sz="1600" kern="1200" dirty="0" smtClean="0">
          <a:solidFill>
            <a:srgbClr val="383838"/>
          </a:solidFill>
          <a:latin typeface="+mn-lt"/>
          <a:ea typeface="+mn-ea"/>
          <a:cs typeface="+mn-cs"/>
        </a:defRPr>
      </a:lvl6pPr>
      <a:lvl7pPr marL="1883664" indent="-164592"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>
          <a:schemeClr val="accent1"/>
        </a:buClr>
        <a:buSzPct val="80000"/>
        <a:buFont typeface="Calibri" panose="020F0502020204030204" pitchFamily="34" charset="0"/>
        <a:buChar char="–"/>
        <a:defRPr lang="en-US" sz="1600" kern="1200" dirty="0" smtClean="0">
          <a:solidFill>
            <a:srgbClr val="383838"/>
          </a:solidFill>
          <a:latin typeface="+mn-lt"/>
          <a:ea typeface="+mn-ea"/>
          <a:cs typeface="+mn-cs"/>
        </a:defRPr>
      </a:lvl7pPr>
      <a:lvl8pPr marL="2112264" indent="-164592"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>
          <a:schemeClr val="accent1"/>
        </a:buClr>
        <a:buSzPct val="80000"/>
        <a:buFont typeface="Wingdings" panose="05000000000000000000" pitchFamily="2" charset="2"/>
        <a:buChar char="§"/>
        <a:defRPr lang="en-US" sz="1600" kern="1200" dirty="0" smtClean="0">
          <a:solidFill>
            <a:srgbClr val="383838"/>
          </a:solidFill>
          <a:latin typeface="+mn-lt"/>
          <a:ea typeface="+mn-ea"/>
          <a:cs typeface="+mn-cs"/>
        </a:defRPr>
      </a:lvl8pPr>
      <a:lvl9pPr marL="2340864" indent="-164592"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>
          <a:schemeClr val="accent1"/>
        </a:buClr>
        <a:buSzPct val="80000"/>
        <a:buFont typeface="Calibri" panose="020F0502020204030204" pitchFamily="34" charset="0"/>
        <a:buChar char="–"/>
        <a:defRPr lang="en-US" sz="1600" kern="1200" dirty="0" smtClean="0">
          <a:solidFill>
            <a:srgbClr val="383838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4" orient="horz" pos="210" userDrawn="1">
          <p15:clr>
            <a:srgbClr val="F26B43"/>
          </p15:clr>
        </p15:guide>
        <p15:guide id="5" orient="horz" pos="4110" userDrawn="1">
          <p15:clr>
            <a:srgbClr val="F26B43"/>
          </p15:clr>
        </p15:guide>
        <p15:guide id="6" pos="7469" userDrawn="1">
          <p15:clr>
            <a:srgbClr val="F26B43"/>
          </p15:clr>
        </p15:guide>
        <p15:guide id="7" pos="211" userDrawn="1">
          <p15:clr>
            <a:srgbClr val="F26B43"/>
          </p15:clr>
        </p15:guide>
        <p15:guide id="8" pos="2026" userDrawn="1">
          <p15:clr>
            <a:srgbClr val="F26B43"/>
          </p15:clr>
        </p15:guide>
        <p15:guide id="9" pos="565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272F2-7B4D-556D-DB89-999AA9031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</a:t>
            </a:r>
            <a:br>
              <a:rPr lang="en-US" dirty="0"/>
            </a:br>
            <a:r>
              <a:rPr lang="en-US" dirty="0"/>
              <a:t>CMSIS and Keil</a:t>
            </a:r>
            <a:br>
              <a:rPr lang="en-US" dirty="0"/>
            </a:br>
            <a:r>
              <a:rPr lang="en-US" dirty="0"/>
              <a:t>Studio Pack for</a:t>
            </a:r>
            <a:br>
              <a:rPr lang="en-US" dirty="0"/>
            </a:br>
            <a:r>
              <a:rPr lang="en-US" dirty="0"/>
              <a:t>VS Code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372458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822B26-188E-9245-AB7A-3FE62164D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Syllabus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E07DF9-1503-2C45-9B96-0DC82048771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This module will cover the following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4AE7B5-32B8-1044-A5B9-C68205F8DC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CMSIS overview</a:t>
            </a:r>
          </a:p>
          <a:p>
            <a:r>
              <a:rPr lang="en-US" dirty="0"/>
              <a:t>RTOS support</a:t>
            </a:r>
          </a:p>
          <a:p>
            <a:r>
              <a:rPr lang="en-US" dirty="0"/>
              <a:t>VS Code CMSIS integration</a:t>
            </a:r>
          </a:p>
          <a:p>
            <a:r>
              <a:rPr lang="en-US" dirty="0"/>
              <a:t>High-level vs. low-level coding</a:t>
            </a:r>
          </a:p>
        </p:txBody>
      </p:sp>
    </p:spTree>
    <p:extLst>
      <p:ext uri="{BB962C8B-B14F-4D97-AF65-F5344CB8AC3E}">
        <p14:creationId xmlns:p14="http://schemas.microsoft.com/office/powerpoint/2010/main" val="29432162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12ED2FEB-3F54-4603-B220-779D4D3EA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Microcontroller Software Interface Standard (CMSIS)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F114B1BE-F625-41FC-A1B4-E9F1F0137A6B}"/>
              </a:ext>
            </a:extLst>
          </p:cNvPr>
          <p:cNvSpPr>
            <a:spLocks noGrp="1"/>
          </p:cNvSpPr>
          <p:nvPr>
            <p:ph sz="quarter" idx="4294967295"/>
          </p:nvPr>
        </p:nvSpPr>
        <p:spPr>
          <a:xfrm>
            <a:off x="479425" y="1648412"/>
            <a:ext cx="11712575" cy="1985126"/>
          </a:xfrm>
        </p:spPr>
        <p:txBody>
          <a:bodyPr/>
          <a:lstStyle/>
          <a:p>
            <a:pPr algn="l"/>
            <a:r>
              <a:rPr lang="en-US" dirty="0"/>
              <a:t>Vendor-independent hardware abstraction layer for Arm processors and microcontrollers.</a:t>
            </a:r>
          </a:p>
          <a:p>
            <a:pPr algn="l"/>
            <a:r>
              <a:rPr lang="en-US" dirty="0"/>
              <a:t>Provides a set of software components, tools, and workflows that encourages software reuse, and speeds up development/prototyping times.</a:t>
            </a:r>
          </a:p>
          <a:p>
            <a:pPr algn="l"/>
            <a:r>
              <a:rPr lang="en-US" dirty="0"/>
              <a:t>Improves software portability across different Arm processors and microcontrollers.</a:t>
            </a:r>
          </a:p>
          <a:p>
            <a:pPr algn="l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B27DC18-C7CE-80F8-EB7C-FD362FDB25A6}"/>
              </a:ext>
            </a:extLst>
          </p:cNvPr>
          <p:cNvSpPr/>
          <p:nvPr/>
        </p:nvSpPr>
        <p:spPr>
          <a:xfrm>
            <a:off x="300447" y="3429000"/>
            <a:ext cx="4439996" cy="2634916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Low-level Programming</a:t>
            </a:r>
          </a:p>
          <a:p>
            <a:pPr algn="ctr"/>
            <a:endParaRPr lang="en-US" sz="2400" b="1" dirty="0">
              <a:solidFill>
                <a:schemeClr val="bg1"/>
              </a:solidFill>
            </a:endParaRPr>
          </a:p>
          <a:p>
            <a:pPr algn="ctr"/>
            <a:endParaRPr lang="en-US" sz="2400" b="1" dirty="0">
              <a:solidFill>
                <a:schemeClr val="bg1"/>
              </a:solidFill>
            </a:endParaRPr>
          </a:p>
          <a:p>
            <a:pPr algn="ctr"/>
            <a:endParaRPr lang="en-US" sz="2400" b="1" dirty="0">
              <a:solidFill>
                <a:schemeClr val="bg1"/>
              </a:solidFill>
            </a:endParaRPr>
          </a:p>
          <a:p>
            <a:pPr algn="ctr"/>
            <a:endParaRPr lang="en-US" sz="2400" b="1" dirty="0">
              <a:solidFill>
                <a:schemeClr val="bg1"/>
              </a:solidFill>
            </a:endParaRPr>
          </a:p>
          <a:p>
            <a:pPr algn="ctr"/>
            <a:endParaRPr lang="en-GB" sz="2400" b="1" dirty="0">
              <a:solidFill>
                <a:schemeClr val="bg1"/>
              </a:solidFill>
            </a:endParaRP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6C473D55-1A91-DCB9-7D2A-530A16327333}"/>
              </a:ext>
            </a:extLst>
          </p:cNvPr>
          <p:cNvSpPr/>
          <p:nvPr/>
        </p:nvSpPr>
        <p:spPr>
          <a:xfrm>
            <a:off x="5279858" y="4379495"/>
            <a:ext cx="1632284" cy="1058779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API</a:t>
            </a:r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66AFFCB-6086-CCA9-5DD7-CAA8BC7984F8}"/>
              </a:ext>
            </a:extLst>
          </p:cNvPr>
          <p:cNvSpPr/>
          <p:nvPr/>
        </p:nvSpPr>
        <p:spPr>
          <a:xfrm>
            <a:off x="793164" y="4086606"/>
            <a:ext cx="3633537" cy="613525"/>
          </a:xfrm>
          <a:prstGeom prst="roundRect">
            <a:avLst/>
          </a:prstGeom>
          <a:solidFill>
            <a:srgbClr val="F3F3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</a:rPr>
              <a:t>Configure a Cortex-M by directly accessing registers in address space</a:t>
            </a:r>
            <a:endParaRPr lang="en-GB" sz="1600" dirty="0">
              <a:solidFill>
                <a:sysClr val="windowText" lastClr="000000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D331861-61EC-1ED5-47F1-72C45967D3CB}"/>
              </a:ext>
            </a:extLst>
          </p:cNvPr>
          <p:cNvSpPr/>
          <p:nvPr/>
        </p:nvSpPr>
        <p:spPr>
          <a:xfrm>
            <a:off x="679269" y="4807127"/>
            <a:ext cx="3853542" cy="339634"/>
          </a:xfrm>
          <a:prstGeom prst="roundRect">
            <a:avLst/>
          </a:prstGeom>
          <a:solidFill>
            <a:srgbClr val="02EA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ource Code Pro"/>
                <a:ea typeface="Source Code Pro"/>
                <a:cs typeface="Source Code Pro"/>
                <a:sym typeface="Source Code Pro"/>
              </a:rPr>
              <a:t>*(unsigned int *)NVIC_INT_ENABLE = 0x01;</a:t>
            </a:r>
          </a:p>
        </p:txBody>
      </p:sp>
      <p:sp>
        <p:nvSpPr>
          <p:cNvPr id="11" name="Rectangle: Diagonal Corners Snipped 10">
            <a:extLst>
              <a:ext uri="{FF2B5EF4-FFF2-40B4-BE49-F238E27FC236}">
                <a16:creationId xmlns:a16="http://schemas.microsoft.com/office/drawing/2014/main" id="{D7D20435-447B-C379-BC13-BA104AEEEE5B}"/>
              </a:ext>
            </a:extLst>
          </p:cNvPr>
          <p:cNvSpPr/>
          <p:nvPr/>
        </p:nvSpPr>
        <p:spPr>
          <a:xfrm>
            <a:off x="953582" y="5209588"/>
            <a:ext cx="3140746" cy="772111"/>
          </a:xfrm>
          <a:prstGeom prst="snip2DiagRect">
            <a:avLst/>
          </a:prstGeom>
          <a:solidFill>
            <a:srgbClr val="0802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Arm Cortex-M Processor</a:t>
            </a:r>
            <a:endParaRPr lang="en-GB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4A2F32C-3327-3638-57BB-A0DB8C4ECCF7}"/>
              </a:ext>
            </a:extLst>
          </p:cNvPr>
          <p:cNvSpPr/>
          <p:nvPr/>
        </p:nvSpPr>
        <p:spPr>
          <a:xfrm>
            <a:off x="7451557" y="3429000"/>
            <a:ext cx="4439996" cy="2634916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Higher-level Programming</a:t>
            </a:r>
          </a:p>
          <a:p>
            <a:pPr algn="ctr"/>
            <a:endParaRPr lang="en-US" sz="2400" b="1" dirty="0">
              <a:solidFill>
                <a:schemeClr val="bg1"/>
              </a:solidFill>
            </a:endParaRPr>
          </a:p>
          <a:p>
            <a:pPr algn="ctr"/>
            <a:endParaRPr lang="en-US" sz="2400" b="1" dirty="0">
              <a:solidFill>
                <a:schemeClr val="bg1"/>
              </a:solidFill>
            </a:endParaRPr>
          </a:p>
          <a:p>
            <a:pPr algn="ctr"/>
            <a:endParaRPr lang="en-US" sz="2400" b="1" dirty="0">
              <a:solidFill>
                <a:schemeClr val="bg1"/>
              </a:solidFill>
            </a:endParaRPr>
          </a:p>
          <a:p>
            <a:pPr algn="ctr"/>
            <a:endParaRPr lang="en-US" sz="2400" b="1" dirty="0">
              <a:solidFill>
                <a:schemeClr val="bg1"/>
              </a:solidFill>
            </a:endParaRPr>
          </a:p>
          <a:p>
            <a:pPr algn="ctr"/>
            <a:endParaRPr lang="en-GB" sz="2400" b="1" dirty="0">
              <a:solidFill>
                <a:schemeClr val="bg1"/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A1235F2-7B66-6390-079B-F2A7FC51DDE3}"/>
              </a:ext>
            </a:extLst>
          </p:cNvPr>
          <p:cNvSpPr/>
          <p:nvPr/>
        </p:nvSpPr>
        <p:spPr>
          <a:xfrm>
            <a:off x="7944274" y="4086606"/>
            <a:ext cx="3633537" cy="613525"/>
          </a:xfrm>
          <a:prstGeom prst="roundRect">
            <a:avLst/>
          </a:prstGeom>
          <a:solidFill>
            <a:srgbClr val="F3F3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</a:rPr>
              <a:t>Configure a Cortex-M by using CMSIS libraries and APIs</a:t>
            </a:r>
            <a:endParaRPr lang="en-GB" sz="1600" dirty="0">
              <a:solidFill>
                <a:sysClr val="windowText" lastClr="000000"/>
              </a:solidFill>
            </a:endParaRPr>
          </a:p>
        </p:txBody>
      </p:sp>
      <p:sp>
        <p:nvSpPr>
          <p:cNvPr id="18" name="Rectangle: Diagonal Corners Snipped 17">
            <a:extLst>
              <a:ext uri="{FF2B5EF4-FFF2-40B4-BE49-F238E27FC236}">
                <a16:creationId xmlns:a16="http://schemas.microsoft.com/office/drawing/2014/main" id="{8C5C985E-7565-AE7C-9A61-D1DE6C365C8C}"/>
              </a:ext>
            </a:extLst>
          </p:cNvPr>
          <p:cNvSpPr/>
          <p:nvPr/>
        </p:nvSpPr>
        <p:spPr>
          <a:xfrm>
            <a:off x="8104692" y="5209588"/>
            <a:ext cx="3236598" cy="772111"/>
          </a:xfrm>
          <a:prstGeom prst="snip2DiagRect">
            <a:avLst/>
          </a:prstGeom>
          <a:solidFill>
            <a:srgbClr val="0802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Arm Cortex-M Processor</a:t>
            </a:r>
          </a:p>
          <a:p>
            <a:pPr algn="ctr"/>
            <a:r>
              <a:rPr lang="en-US" dirty="0"/>
              <a:t>Cortex-M0</a:t>
            </a:r>
          </a:p>
          <a:p>
            <a:pPr algn="ctr"/>
            <a:r>
              <a:rPr lang="en-US" dirty="0"/>
              <a:t>Cortex-M4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F066ABA5-4205-E4AB-B295-51B354F0C923}"/>
              </a:ext>
            </a:extLst>
          </p:cNvPr>
          <p:cNvSpPr/>
          <p:nvPr/>
        </p:nvSpPr>
        <p:spPr>
          <a:xfrm>
            <a:off x="7859033" y="4807127"/>
            <a:ext cx="3853542" cy="339634"/>
          </a:xfrm>
          <a:prstGeom prst="roundRect">
            <a:avLst/>
          </a:prstGeom>
          <a:solidFill>
            <a:srgbClr val="02EA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ource Code Pro"/>
                <a:ea typeface="Source Code Pro"/>
                <a:cs typeface="Source Code Pro"/>
                <a:sym typeface="Source Code Pro"/>
              </a:rPr>
              <a:t>NVIC_EnableIRQ</a:t>
            </a: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ource Code Pro"/>
                <a:ea typeface="Source Code Pro"/>
                <a:cs typeface="Source Code Pro"/>
                <a:sym typeface="Source Code Pro"/>
              </a:rPr>
              <a:t>(</a:t>
            </a:r>
            <a:r>
              <a:rPr kumimoji="0" lang="en-US" sz="9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ource Code Pro"/>
                <a:ea typeface="Source Code Pro"/>
                <a:cs typeface="Source Code Pro"/>
                <a:sym typeface="Source Code Pro"/>
              </a:rPr>
              <a:t>Timer_IRQn</a:t>
            </a: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ource Code Pro"/>
                <a:ea typeface="Source Code Pro"/>
                <a:cs typeface="Source Code Pro"/>
                <a:sym typeface="Source Code Pro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16070799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624CD7C-65B0-7949-81CA-0726B5E04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standardized by CMSIS? 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20F69A-BE10-6C9E-60A0-2C95EA8E3D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Functions to access, e.g., NVIC, System Control Block (SCB), and System Tick timer</a:t>
            </a:r>
          </a:p>
          <a:p>
            <a:pPr lvl="1"/>
            <a:r>
              <a:rPr lang="en-US" dirty="0"/>
              <a:t>Enables an interrupt or exception: </a:t>
            </a:r>
            <a:r>
              <a:rPr lang="en-GB" dirty="0">
                <a:latin typeface="Source Code Pro"/>
                <a:ea typeface="Source Code Pro"/>
                <a:cs typeface="Source Code Pro"/>
                <a:sym typeface="Source Code Pro"/>
              </a:rPr>
              <a:t>void </a:t>
            </a:r>
            <a:r>
              <a:rPr lang="en-GB" dirty="0" err="1">
                <a:latin typeface="Source Code Pro"/>
                <a:ea typeface="Source Code Pro"/>
                <a:cs typeface="Source Code Pro"/>
                <a:sym typeface="Source Code Pro"/>
              </a:rPr>
              <a:t>NVIC_EnableIRQ</a:t>
            </a:r>
            <a:r>
              <a:rPr lang="en-GB" dirty="0">
                <a:latin typeface="Source Code Pro"/>
                <a:ea typeface="Source Code Pro"/>
                <a:cs typeface="Source Code Pro"/>
                <a:sym typeface="Source Code Pro"/>
              </a:rPr>
              <a:t>(</a:t>
            </a:r>
            <a:r>
              <a:rPr lang="en-GB" dirty="0" err="1">
                <a:latin typeface="Source Code Pro"/>
                <a:ea typeface="Source Code Pro"/>
                <a:cs typeface="Source Code Pro"/>
                <a:sym typeface="Source Code Pro"/>
              </a:rPr>
              <a:t>IRQn_Type</a:t>
            </a:r>
            <a:r>
              <a:rPr lang="en-GB" dirty="0"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r>
              <a:rPr lang="en-GB" dirty="0" err="1">
                <a:latin typeface="Source Code Pro"/>
                <a:ea typeface="Source Code Pro"/>
                <a:cs typeface="Source Code Pro"/>
                <a:sym typeface="Source Code Pro"/>
              </a:rPr>
              <a:t>IRQn</a:t>
            </a:r>
            <a:r>
              <a:rPr lang="en-GB" dirty="0">
                <a:latin typeface="Source Code Pro"/>
                <a:ea typeface="Source Code Pro"/>
                <a:cs typeface="Source Code Pro"/>
                <a:sym typeface="Source Code Pro"/>
              </a:rPr>
              <a:t>)</a:t>
            </a:r>
          </a:p>
          <a:p>
            <a:pPr lvl="1"/>
            <a:r>
              <a:rPr lang="en-GB" dirty="0">
                <a:sym typeface="Source Code Pro"/>
              </a:rPr>
              <a:t>Sets pending status of interrupt: </a:t>
            </a:r>
            <a:r>
              <a:rPr lang="en-GB" dirty="0">
                <a:latin typeface="Source Code Pro"/>
                <a:ea typeface="Source Code Pro"/>
                <a:cs typeface="Source Code Pro"/>
                <a:sym typeface="Source Code Pro"/>
              </a:rPr>
              <a:t>void </a:t>
            </a:r>
            <a:r>
              <a:rPr lang="en-GB" dirty="0" err="1">
                <a:latin typeface="Source Code Pro"/>
                <a:ea typeface="Source Code Pro"/>
                <a:cs typeface="Source Code Pro"/>
                <a:sym typeface="Source Code Pro"/>
              </a:rPr>
              <a:t>NVIC_SetPendingIRQ</a:t>
            </a:r>
            <a:r>
              <a:rPr lang="en-GB" dirty="0">
                <a:latin typeface="Source Code Pro"/>
                <a:ea typeface="Source Code Pro"/>
                <a:cs typeface="Source Code Pro"/>
                <a:sym typeface="Source Code Pro"/>
              </a:rPr>
              <a:t>(</a:t>
            </a:r>
            <a:r>
              <a:rPr lang="en-GB" dirty="0" err="1">
                <a:latin typeface="Source Code Pro"/>
                <a:ea typeface="Source Code Pro"/>
                <a:cs typeface="Source Code Pro"/>
                <a:sym typeface="Source Code Pro"/>
              </a:rPr>
              <a:t>IRQn_Type</a:t>
            </a:r>
            <a:r>
              <a:rPr lang="en-GB" dirty="0"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r>
              <a:rPr lang="en-GB" dirty="0" err="1">
                <a:latin typeface="Source Code Pro"/>
                <a:ea typeface="Source Code Pro"/>
                <a:cs typeface="Source Code Pro"/>
                <a:sym typeface="Source Code Pro"/>
              </a:rPr>
              <a:t>IRQn</a:t>
            </a:r>
            <a:r>
              <a:rPr lang="en-GB" dirty="0">
                <a:latin typeface="Source Code Pro"/>
                <a:ea typeface="Source Code Pro"/>
                <a:cs typeface="Source Code Pro"/>
                <a:sym typeface="Source Code Pro"/>
              </a:rPr>
              <a:t>)</a:t>
            </a:r>
          </a:p>
          <a:p>
            <a:pPr lvl="1"/>
            <a:endParaRPr lang="en-GB" dirty="0">
              <a:latin typeface="Source Code Pro"/>
              <a:ea typeface="Source Code Pro"/>
              <a:sym typeface="Source Code Pro"/>
            </a:endParaRPr>
          </a:p>
          <a:p>
            <a:r>
              <a:rPr lang="en-GB" dirty="0">
                <a:sym typeface="Source Code Pro"/>
              </a:rPr>
              <a:t>Access to special registers, e.g.:</a:t>
            </a:r>
          </a:p>
          <a:p>
            <a:pPr lvl="1"/>
            <a:r>
              <a:rPr lang="en-GB" dirty="0">
                <a:sym typeface="Source Code Pro"/>
              </a:rPr>
              <a:t>Read PRIMASK register: </a:t>
            </a:r>
            <a:r>
              <a:rPr lang="en-GB" dirty="0">
                <a:latin typeface="Source Code Pro"/>
                <a:ea typeface="Source Code Pro"/>
                <a:cs typeface="Source Code Pro"/>
                <a:sym typeface="Source Code Pro"/>
              </a:rPr>
              <a:t>uint32_t __</a:t>
            </a:r>
            <a:r>
              <a:rPr lang="en-GB" dirty="0" err="1">
                <a:latin typeface="Source Code Pro"/>
                <a:ea typeface="Source Code Pro"/>
                <a:cs typeface="Source Code Pro"/>
                <a:sym typeface="Source Code Pro"/>
              </a:rPr>
              <a:t>get_PRIMASK</a:t>
            </a:r>
            <a:r>
              <a:rPr lang="en-GB" dirty="0">
                <a:latin typeface="Source Code Pro"/>
                <a:ea typeface="Source Code Pro"/>
                <a:cs typeface="Source Code Pro"/>
                <a:sym typeface="Source Code Pro"/>
              </a:rPr>
              <a:t>(void)</a:t>
            </a:r>
            <a:r>
              <a:rPr lang="en-GB" dirty="0">
                <a:sym typeface="Source Code Pro"/>
              </a:rPr>
              <a:t> </a:t>
            </a:r>
          </a:p>
          <a:p>
            <a:pPr lvl="1"/>
            <a:r>
              <a:rPr lang="en-GB" dirty="0">
                <a:sym typeface="Source Code Pro"/>
              </a:rPr>
              <a:t>Set CONTROL register: </a:t>
            </a:r>
            <a:r>
              <a:rPr lang="en-US" dirty="0">
                <a:latin typeface="Source Code Pro"/>
                <a:ea typeface="Source Code Pro"/>
                <a:cs typeface="Source Code Pro"/>
                <a:sym typeface="Source Code Pro"/>
              </a:rPr>
              <a:t>void __</a:t>
            </a:r>
            <a:r>
              <a:rPr lang="en-US" dirty="0" err="1">
                <a:latin typeface="Source Code Pro"/>
                <a:ea typeface="Source Code Pro"/>
                <a:cs typeface="Source Code Pro"/>
                <a:sym typeface="Source Code Pro"/>
              </a:rPr>
              <a:t>set_CONTROL</a:t>
            </a:r>
            <a:r>
              <a:rPr lang="en-US" dirty="0">
                <a:latin typeface="Source Code Pro"/>
                <a:ea typeface="Source Code Pro"/>
                <a:cs typeface="Source Code Pro"/>
                <a:sym typeface="Source Code Pro"/>
              </a:rPr>
              <a:t>(uint32_t value)</a:t>
            </a:r>
            <a:endParaRPr lang="en-GB" dirty="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endParaRPr lang="en-GB" dirty="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r>
              <a:rPr lang="en-US" dirty="0">
                <a:sym typeface="Source Code Pro"/>
              </a:rPr>
              <a:t>Functions to access special instructions, e.g.:</a:t>
            </a:r>
          </a:p>
          <a:p>
            <a:pPr lvl="1"/>
            <a:r>
              <a:rPr lang="en-US" dirty="0">
                <a:sym typeface="Source Code Pro"/>
              </a:rPr>
              <a:t>REV: </a:t>
            </a:r>
            <a:r>
              <a:rPr lang="fr-FR" dirty="0">
                <a:latin typeface="Source Code Pro"/>
                <a:ea typeface="Source Code Pro"/>
                <a:cs typeface="Source Code Pro"/>
                <a:sym typeface="Source Code Pro"/>
              </a:rPr>
              <a:t>uint32_t __REV(uint32_t value)</a:t>
            </a:r>
            <a:endParaRPr lang="en-US" dirty="0">
              <a:sym typeface="Source Code Pro"/>
            </a:endParaRPr>
          </a:p>
          <a:p>
            <a:pPr lvl="1"/>
            <a:r>
              <a:rPr lang="en-US" dirty="0">
                <a:sym typeface="Source Code Pro"/>
              </a:rPr>
              <a:t>NOP: </a:t>
            </a:r>
            <a:r>
              <a:rPr lang="en-GB" dirty="0">
                <a:latin typeface="Source Code Pro"/>
                <a:ea typeface="Source Code Pro"/>
                <a:cs typeface="Source Code Pro"/>
                <a:sym typeface="Source Code Pro"/>
              </a:rPr>
              <a:t>void __NOP(void)</a:t>
            </a:r>
            <a:endParaRPr lang="en-US" dirty="0">
              <a:sym typeface="Source Code Pro"/>
            </a:endParaRPr>
          </a:p>
          <a:p>
            <a:pPr lvl="1"/>
            <a:endParaRPr lang="en-US" dirty="0">
              <a:sym typeface="Source Code Pro"/>
            </a:endParaRPr>
          </a:p>
          <a:p>
            <a:r>
              <a:rPr lang="en-US" dirty="0">
                <a:sym typeface="Source Code Pro"/>
              </a:rPr>
              <a:t>Names of system initialization functions, e.g.:</a:t>
            </a:r>
          </a:p>
          <a:p>
            <a:pPr lvl="1"/>
            <a:r>
              <a:rPr lang="en-US" dirty="0">
                <a:sym typeface="Source Code Pro"/>
              </a:rPr>
              <a:t>System initialization: </a:t>
            </a:r>
            <a:r>
              <a:rPr lang="en-GB" dirty="0">
                <a:latin typeface="Source Code Pro"/>
                <a:ea typeface="Source Code Pro"/>
                <a:cs typeface="Source Code Pro"/>
                <a:sym typeface="Source Code Pro"/>
              </a:rPr>
              <a:t>void </a:t>
            </a:r>
            <a:r>
              <a:rPr lang="en-GB" dirty="0" err="1">
                <a:latin typeface="Source Code Pro"/>
                <a:ea typeface="Source Code Pro"/>
                <a:cs typeface="Source Code Pro"/>
                <a:sym typeface="Source Code Pro"/>
              </a:rPr>
              <a:t>SystemInit</a:t>
            </a:r>
            <a:r>
              <a:rPr lang="en-GB" dirty="0">
                <a:latin typeface="Source Code Pro"/>
                <a:ea typeface="Source Code Pro"/>
                <a:cs typeface="Source Code Pro"/>
                <a:sym typeface="Source Code Pro"/>
              </a:rPr>
              <a:t>(void)</a:t>
            </a:r>
            <a:endParaRPr lang="en-US" dirty="0">
              <a:sym typeface="Source Code Pro"/>
            </a:endParaRPr>
          </a:p>
        </p:txBody>
      </p:sp>
    </p:spTree>
    <p:extLst>
      <p:ext uri="{BB962C8B-B14F-4D97-AF65-F5344CB8AC3E}">
        <p14:creationId xmlns:p14="http://schemas.microsoft.com/office/powerpoint/2010/main" val="11003347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94398-281B-F1F1-E22F-7AA8228AA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Benefits of CMSIS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4481AE-B41E-2929-A677-C5B337780F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Easier to port application code from one Arm-based processor/microcontroller to another Arm-based processor/microcontroller. </a:t>
            </a:r>
          </a:p>
          <a:p>
            <a:r>
              <a:rPr lang="en-US" dirty="0"/>
              <a:t>Easier to reuse the same code between different Arm-based processors/microcontrollers.</a:t>
            </a:r>
          </a:p>
          <a:p>
            <a:r>
              <a:rPr lang="en-US" dirty="0"/>
              <a:t>Better compatibility when integrating third-party software components, since all third-party components (such as applications, embedded OS, middleware, etc.) can share the same CMSIS interface. </a:t>
            </a:r>
          </a:p>
          <a:p>
            <a:r>
              <a:rPr lang="en-US" dirty="0"/>
              <a:t>Better code density and smaller memory footprint, since the code in CMSIS has been optimized and tested.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842085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9E3F4-9FB9-A9E1-AE06-ED8616100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CMSIS Components</a:t>
            </a:r>
            <a:endParaRPr lang="en-GB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7C6AC87-0FC5-19CC-B771-E41E10AF1108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477587" y="1401025"/>
            <a:ext cx="5347480" cy="4515207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CMSIS comprises the following components: </a:t>
            </a:r>
          </a:p>
          <a:p>
            <a:r>
              <a:rPr lang="en-US" b="1" dirty="0"/>
              <a:t>CMSIS-CORE</a:t>
            </a:r>
            <a:r>
              <a:rPr lang="en-US" dirty="0"/>
              <a:t>: Implements a basic run-time system</a:t>
            </a:r>
          </a:p>
          <a:p>
            <a:r>
              <a:rPr lang="en-US" b="1" dirty="0"/>
              <a:t>CMSIS-RTOS2</a:t>
            </a:r>
            <a:r>
              <a:rPr lang="en-US" dirty="0"/>
              <a:t>: API that enables consistent software layers for real-time processing.</a:t>
            </a:r>
          </a:p>
          <a:p>
            <a:r>
              <a:rPr lang="en-GB" b="1" dirty="0"/>
              <a:t>CMSIS-NN</a:t>
            </a:r>
            <a:r>
              <a:rPr lang="en-GB" dirty="0"/>
              <a:t>: Collection of neural network kernels for machine learning. </a:t>
            </a:r>
          </a:p>
          <a:p>
            <a:r>
              <a:rPr lang="en-GB" b="1" dirty="0"/>
              <a:t>CMSIS-Driver</a:t>
            </a:r>
            <a:r>
              <a:rPr lang="en-GB" dirty="0"/>
              <a:t>: Generic driver interfaces for peripherals often found in embedded systems.</a:t>
            </a:r>
          </a:p>
          <a:p>
            <a:r>
              <a:rPr lang="en-GB" b="1" dirty="0"/>
              <a:t>CMSIS-SVD</a:t>
            </a:r>
            <a:r>
              <a:rPr lang="en-GB" dirty="0"/>
              <a:t>: Enables detailed view of device peripherals with current register state.</a:t>
            </a:r>
          </a:p>
          <a:p>
            <a:r>
              <a:rPr lang="en-GB" b="1" dirty="0"/>
              <a:t>CMSIS-DAP</a:t>
            </a:r>
            <a:r>
              <a:rPr lang="en-GB" dirty="0"/>
              <a:t>: Standardized interface to the </a:t>
            </a:r>
            <a:r>
              <a:rPr lang="en-GB" dirty="0" err="1"/>
              <a:t>CoreSight</a:t>
            </a:r>
            <a:r>
              <a:rPr lang="en-GB" dirty="0"/>
              <a:t> Debug Access Port.</a:t>
            </a:r>
            <a:endParaRPr lang="en-GB" b="1" dirty="0"/>
          </a:p>
          <a:p>
            <a:endParaRPr lang="en-GB" dirty="0"/>
          </a:p>
        </p:txBody>
      </p:sp>
      <p:pic>
        <p:nvPicPr>
          <p:cNvPr id="9" name="Google Shape;102;p19">
            <a:extLst>
              <a:ext uri="{FF2B5EF4-FFF2-40B4-BE49-F238E27FC236}">
                <a16:creationId xmlns:a16="http://schemas.microsoft.com/office/drawing/2014/main" id="{338D7E64-49BF-59A1-3D01-6619AA80B02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96306" y="1620481"/>
            <a:ext cx="5516269" cy="2951519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3;p19">
            <a:extLst>
              <a:ext uri="{FF2B5EF4-FFF2-40B4-BE49-F238E27FC236}">
                <a16:creationId xmlns:a16="http://schemas.microsoft.com/office/drawing/2014/main" id="{040C9EF2-CC02-C8EA-B2D9-9AC829BCB371}"/>
              </a:ext>
            </a:extLst>
          </p:cNvPr>
          <p:cNvSpPr/>
          <p:nvPr/>
        </p:nvSpPr>
        <p:spPr>
          <a:xfrm>
            <a:off x="6196305" y="5237519"/>
            <a:ext cx="5072329" cy="629350"/>
          </a:xfrm>
          <a:prstGeom prst="wedgeRectCallout">
            <a:avLst>
              <a:gd name="adj1" fmla="val 45736"/>
              <a:gd name="adj2" fmla="val -192892"/>
            </a:avLst>
          </a:prstGeom>
          <a:solidFill>
            <a:schemeClr val="dk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 dirty="0">
                <a:solidFill>
                  <a:schemeClr val="lt1"/>
                </a:solidFill>
              </a:rPr>
              <a:t>Image taken from:</a:t>
            </a:r>
            <a:endParaRPr sz="1000" b="1" dirty="0"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solidFill>
                  <a:schemeClr val="lt1"/>
                </a:solidFill>
              </a:rPr>
              <a:t>https://arm-software.github.io/CMSIS_6/latest/General/index.html#validation</a:t>
            </a:r>
            <a:endParaRPr sz="1000" dirty="0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39277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CD91049-056C-B42E-D8CB-F6B6BBD71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CMSIS-RTOS2</a:t>
            </a:r>
            <a:endParaRPr lang="en-GB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67D239C-BC9A-AC45-9CB8-8A8C6D4891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CMSIS-RTOS2 is the standard real-time operating system API within the CMSIS ecosystem. </a:t>
            </a:r>
          </a:p>
          <a:p>
            <a:r>
              <a:rPr lang="en-US" dirty="0"/>
              <a:t>Enables application code to be: </a:t>
            </a:r>
          </a:p>
          <a:p>
            <a:pPr lvl="1"/>
            <a:r>
              <a:rPr lang="en-US" dirty="0"/>
              <a:t>Independent of any RTOS implementation</a:t>
            </a:r>
          </a:p>
          <a:p>
            <a:pPr lvl="1"/>
            <a:r>
              <a:rPr lang="en-US" dirty="0"/>
              <a:t>Portable across devices</a:t>
            </a:r>
          </a:p>
          <a:p>
            <a:pPr lvl="1"/>
            <a:r>
              <a:rPr lang="en-US" dirty="0"/>
              <a:t>Easier to maintain and reuse</a:t>
            </a:r>
          </a:p>
          <a:p>
            <a:r>
              <a:rPr lang="en-US" dirty="0"/>
              <a:t>Key features: </a:t>
            </a:r>
          </a:p>
          <a:p>
            <a:pPr lvl="1"/>
            <a:r>
              <a:rPr lang="en-US" dirty="0"/>
              <a:t>Thread management (create and manage threads)</a:t>
            </a:r>
          </a:p>
          <a:p>
            <a:pPr lvl="1"/>
            <a:r>
              <a:rPr lang="en-US" dirty="0"/>
              <a:t>Synchronization (mutexes, semaphores, events)</a:t>
            </a:r>
          </a:p>
          <a:p>
            <a:pPr lvl="1"/>
            <a:r>
              <a:rPr lang="en-US" dirty="0"/>
              <a:t>Communication (message queues, shared memory)</a:t>
            </a:r>
          </a:p>
          <a:p>
            <a:pPr lvl="1"/>
            <a:r>
              <a:rPr lang="en-US" dirty="0"/>
              <a:t>Timing (delays and sleep, software timers)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789707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974D3B-70CC-B1C4-5F78-8DB159A0EF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8DC7561-E671-5CE0-CE25-19B26A8E9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RTX5</a:t>
            </a:r>
            <a:endParaRPr lang="en-GB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47CF091A-2F39-102B-8FE0-8CF0A203B0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RTX5 is the reference implementation for CMSIS-RTOS2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Small footprint</a:t>
            </a:r>
          </a:p>
          <a:p>
            <a:r>
              <a:rPr lang="en-US" dirty="0"/>
              <a:t>Deterministic kernel (important for real-time characteristics)</a:t>
            </a:r>
          </a:p>
          <a:p>
            <a:r>
              <a:rPr lang="en-US" dirty="0"/>
              <a:t>Optimized for Cortex-M microcontrollers</a:t>
            </a:r>
          </a:p>
          <a:p>
            <a:r>
              <a:rPr lang="en-US" dirty="0"/>
              <a:t>Fully integrated into the CMSIS ecosystem </a:t>
            </a:r>
          </a:p>
          <a:p>
            <a:pPr marL="506095" lvl="1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513461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B6B922-861B-D87C-328D-2E1706D146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30172E9-A77C-9217-7F30-2E09B410B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CMSIS-Driver</a:t>
            </a:r>
            <a:endParaRPr lang="en-GB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995CCCF-3CCF-F36C-D19B-2373E4AA42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Defines a standard peripheral driver interface for embedded systems.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GPIO</a:t>
            </a:r>
          </a:p>
          <a:p>
            <a:r>
              <a:rPr lang="en-US" dirty="0"/>
              <a:t>UART/USART</a:t>
            </a:r>
          </a:p>
          <a:p>
            <a:r>
              <a:rPr lang="en-US" dirty="0"/>
              <a:t>SPI</a:t>
            </a:r>
          </a:p>
          <a:p>
            <a:r>
              <a:rPr lang="en-US" dirty="0"/>
              <a:t>I2C</a:t>
            </a:r>
          </a:p>
          <a:p>
            <a:r>
              <a:rPr lang="en-US" dirty="0"/>
              <a:t>Ethernet</a:t>
            </a:r>
          </a:p>
          <a:p>
            <a:r>
              <a:rPr lang="en-US" dirty="0"/>
              <a:t>USB Device/Host</a:t>
            </a:r>
          </a:p>
          <a:p>
            <a:r>
              <a:rPr lang="en-US" dirty="0"/>
              <a:t>CAN</a:t>
            </a:r>
          </a:p>
          <a:p>
            <a:r>
              <a:rPr lang="en-US" dirty="0"/>
              <a:t>NAND storage</a:t>
            </a:r>
          </a:p>
          <a:p>
            <a:r>
              <a:rPr lang="en-US" dirty="0"/>
              <a:t>Wi-Fi</a:t>
            </a:r>
          </a:p>
          <a:p>
            <a:pPr marL="0" indent="0">
              <a:buNone/>
            </a:pPr>
            <a:endParaRPr lang="en-US" dirty="0"/>
          </a:p>
          <a:p>
            <a:pPr marL="506095" lvl="1" indent="0">
              <a:buNone/>
            </a:pPr>
            <a:endParaRPr lang="en-GB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6543B6E-092E-3E39-AF90-0DEF55FD9EBF}"/>
              </a:ext>
            </a:extLst>
          </p:cNvPr>
          <p:cNvSpPr/>
          <p:nvPr/>
        </p:nvSpPr>
        <p:spPr>
          <a:xfrm>
            <a:off x="6858000" y="2111188"/>
            <a:ext cx="4208929" cy="1707777"/>
          </a:xfrm>
          <a:prstGeom prst="roundRect">
            <a:avLst/>
          </a:prstGeom>
          <a:solidFill>
            <a:srgbClr val="F3F3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ysClr val="windowText" lastClr="000000"/>
                </a:solidFill>
              </a:rPr>
              <a:t>Each driver typically provides: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ysClr val="windowText" lastClr="000000"/>
                </a:solidFill>
              </a:rPr>
              <a:t>Initialization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ysClr val="windowText" lastClr="000000"/>
                </a:solidFill>
              </a:rPr>
              <a:t>Data transfer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ysClr val="windowText" lastClr="000000"/>
                </a:solidFill>
              </a:rPr>
              <a:t>Event handling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ysClr val="windowText" lastClr="000000"/>
                </a:solidFill>
              </a:rPr>
              <a:t>Capability discovery</a:t>
            </a:r>
            <a:endParaRPr lang="en-GB" dirty="0">
              <a:solidFill>
                <a:sysClr val="windowText" lastClr="000000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C975572-EC0D-0494-0B06-09850A149729}"/>
              </a:ext>
            </a:extLst>
          </p:cNvPr>
          <p:cNvSpPr/>
          <p:nvPr/>
        </p:nvSpPr>
        <p:spPr>
          <a:xfrm>
            <a:off x="6858000" y="4268744"/>
            <a:ext cx="4208929" cy="1707777"/>
          </a:xfrm>
          <a:prstGeom prst="roundRect">
            <a:avLst/>
          </a:prstGeom>
          <a:solidFill>
            <a:srgbClr val="F3F3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ysClr val="windowText" lastClr="000000"/>
                </a:solidFill>
              </a:rPr>
              <a:t>Middleware, such as TCP/IP stacks, USB stacks, file systems, etc., can be written once and reused across platforms.</a:t>
            </a:r>
            <a:endParaRPr lang="en-GB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53523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46B855-94DB-9CAD-CE30-DA32CCCB0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89F2DFA9-D93E-AA6B-EDEC-EC7099E01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CMSIS-DAP</a:t>
            </a:r>
            <a:endParaRPr lang="en-GB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310469B-0E85-09C3-B310-C7FE1A10F2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Interface firmware for the debug unit that connects the debug port to USB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Debugger can connect via USB to debug unit and device</a:t>
            </a:r>
          </a:p>
          <a:p>
            <a:r>
              <a:rPr lang="en-US" dirty="0"/>
              <a:t>Debug unit connected to target via JTAG/SWD</a:t>
            </a:r>
          </a:p>
          <a:p>
            <a:r>
              <a:rPr lang="en-US" dirty="0" err="1"/>
              <a:t>CoreSight</a:t>
            </a:r>
            <a:r>
              <a:rPr lang="en-US" dirty="0"/>
              <a:t> Debug and Trace Unit on CPU</a:t>
            </a:r>
          </a:p>
          <a:p>
            <a:r>
              <a:rPr lang="en-US" dirty="0"/>
              <a:t>Multi-core debugging</a:t>
            </a:r>
          </a:p>
          <a:p>
            <a:pPr marL="0" indent="0">
              <a:buNone/>
            </a:pPr>
            <a:endParaRPr lang="en-US" dirty="0"/>
          </a:p>
          <a:p>
            <a:pPr marL="506095" lvl="1" indent="0">
              <a:buNone/>
            </a:pPr>
            <a:endParaRPr lang="en-GB" dirty="0"/>
          </a:p>
        </p:txBody>
      </p:sp>
      <p:pic>
        <p:nvPicPr>
          <p:cNvPr id="11" name="Google Shape;130;p23">
            <a:extLst>
              <a:ext uri="{FF2B5EF4-FFF2-40B4-BE49-F238E27FC236}">
                <a16:creationId xmlns:a16="http://schemas.microsoft.com/office/drawing/2014/main" id="{E7C2EE18-286F-F406-8A87-B219B7894FC4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599040" y="3598042"/>
            <a:ext cx="5145160" cy="226882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791268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004B74-E228-0AF2-F374-765FA97D9C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C117BF0-EFE5-EBC2-C10C-7191E1D31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VS Code</a:t>
            </a:r>
            <a:endParaRPr lang="en-GB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0A3107B-C22F-0A50-132D-39C9F64BB8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425" y="1554490"/>
            <a:ext cx="8059457" cy="4087104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Visual Studio Code is a lightweight, extensible, cross-platform development environment widely used for embedded, cloud, and desktop software development.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It’s a single environment for:</a:t>
            </a:r>
          </a:p>
          <a:p>
            <a:pPr lvl="1"/>
            <a:r>
              <a:rPr lang="en-US" dirty="0"/>
              <a:t>Editing, building, debugging, device configuration, and access to documentation</a:t>
            </a:r>
          </a:p>
          <a:p>
            <a:r>
              <a:rPr lang="en-US" dirty="0"/>
              <a:t>It enables integration of: </a:t>
            </a:r>
          </a:p>
          <a:p>
            <a:pPr lvl="1"/>
            <a:r>
              <a:rPr lang="en-US" dirty="0"/>
              <a:t>Toolchains, debug probes, build systems, and CMSIS workflows</a:t>
            </a:r>
          </a:p>
          <a:p>
            <a:pPr marL="0" indent="0">
              <a:buNone/>
            </a:pPr>
            <a:endParaRPr lang="en-US" dirty="0"/>
          </a:p>
          <a:p>
            <a:pPr marL="506095" lvl="1" indent="0">
              <a:buNone/>
            </a:pPr>
            <a:endParaRPr lang="en-GB" dirty="0"/>
          </a:p>
        </p:txBody>
      </p:sp>
      <p:pic>
        <p:nvPicPr>
          <p:cNvPr id="2" name="Google Shape;137;p24">
            <a:extLst>
              <a:ext uri="{FF2B5EF4-FFF2-40B4-BE49-F238E27FC236}">
                <a16:creationId xmlns:a16="http://schemas.microsoft.com/office/drawing/2014/main" id="{ECAB673C-49A6-A1C4-97C6-7EDBD861270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38882" y="2120713"/>
            <a:ext cx="2381250" cy="23812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510588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20A923-D4DD-C069-1E41-B20B4DF6F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EDBAE165-18F9-5E77-47D6-AC19868F6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Keil Extensions for VS Code</a:t>
            </a:r>
            <a:endParaRPr lang="en-GB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4CBB5CD2-A764-8215-E23A-0CCACB5237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buNone/>
            </a:pPr>
            <a:r>
              <a:rPr lang="en-US" dirty="0"/>
              <a:t>Keil Studio extensions transform VS Code into a CMSIS-aware embedded development</a:t>
            </a:r>
            <a:br>
              <a:rPr lang="en-US" dirty="0"/>
            </a:br>
            <a:r>
              <a:rPr lang="en-US" dirty="0"/>
              <a:t>environment for Arm-based microcontrollers.</a:t>
            </a:r>
          </a:p>
          <a:p>
            <a:pPr marL="457200" lvl="0" indent="-325755">
              <a:spcBef>
                <a:spcPts val="1200"/>
              </a:spcBef>
              <a:buSzPct val="100000"/>
              <a:buChar char="●"/>
            </a:pPr>
            <a:r>
              <a:rPr lang="en-US" dirty="0"/>
              <a:t>Native support for the whole CMSIS workflow</a:t>
            </a:r>
          </a:p>
          <a:p>
            <a:pPr marL="457200" lvl="0" indent="-325755">
              <a:spcBef>
                <a:spcPts val="1000"/>
              </a:spcBef>
              <a:buSzPct val="100000"/>
              <a:buChar char="●"/>
            </a:pPr>
            <a:r>
              <a:rPr lang="en-US" dirty="0"/>
              <a:t>Device and board awareness</a:t>
            </a:r>
          </a:p>
          <a:p>
            <a:pPr marL="914400" lvl="1" indent="-304165">
              <a:buSzPct val="100000"/>
              <a:buChar char="○"/>
            </a:pPr>
            <a:r>
              <a:rPr lang="en-US" dirty="0"/>
              <a:t>Discovery, board support files, peripheral and startup configuration</a:t>
            </a:r>
          </a:p>
          <a:p>
            <a:pPr marL="457200" lvl="0" indent="-325755">
              <a:spcBef>
                <a:spcPts val="1000"/>
              </a:spcBef>
              <a:buSzPct val="100000"/>
              <a:buChar char="●"/>
            </a:pPr>
            <a:r>
              <a:rPr lang="en-US" dirty="0"/>
              <a:t>Project management</a:t>
            </a:r>
          </a:p>
          <a:p>
            <a:pPr marL="914400" lvl="1" indent="-304165">
              <a:buSzPct val="100000"/>
              <a:buChar char="○"/>
            </a:pPr>
            <a:r>
              <a:rPr lang="en-US" dirty="0"/>
              <a:t>Creation and management of CMSIS solutions</a:t>
            </a:r>
          </a:p>
          <a:p>
            <a:pPr marL="914400" lvl="1" indent="-304165">
              <a:buSzPct val="100000"/>
              <a:buChar char="○"/>
            </a:pPr>
            <a:r>
              <a:rPr lang="en-US" dirty="0"/>
              <a:t>Toolchain configuration</a:t>
            </a:r>
          </a:p>
          <a:p>
            <a:pPr marL="457200" lvl="0" indent="-325755">
              <a:spcBef>
                <a:spcPts val="1000"/>
              </a:spcBef>
              <a:buSzPct val="100000"/>
              <a:buChar char="●"/>
            </a:pPr>
            <a:r>
              <a:rPr lang="en-US" dirty="0"/>
              <a:t>Debug and Run</a:t>
            </a:r>
          </a:p>
          <a:p>
            <a:pPr marL="914400" lvl="1" indent="-304165">
              <a:buSzPct val="100000"/>
              <a:buChar char="○"/>
            </a:pPr>
            <a:r>
              <a:rPr lang="en-US" dirty="0"/>
              <a:t>Integration with supported debug probes</a:t>
            </a:r>
          </a:p>
          <a:p>
            <a:pPr marL="914400" lvl="1" indent="-304165">
              <a:buSzPct val="100000"/>
              <a:buChar char="○"/>
            </a:pPr>
            <a:r>
              <a:rPr lang="en-US" dirty="0"/>
              <a:t>Flash programming</a:t>
            </a:r>
          </a:p>
          <a:p>
            <a:pPr marL="914400" lvl="1" indent="-304165">
              <a:buSzPct val="100000"/>
              <a:buChar char="○"/>
            </a:pPr>
            <a:r>
              <a:rPr lang="en-US" dirty="0"/>
              <a:t>Rapid prototyping</a:t>
            </a:r>
          </a:p>
          <a:p>
            <a:pPr marL="0" indent="0">
              <a:buNone/>
            </a:pPr>
            <a:endParaRPr lang="en-US" dirty="0"/>
          </a:p>
          <a:p>
            <a:pPr marL="506095" lvl="1" indent="0">
              <a:buNone/>
            </a:pPr>
            <a:endParaRPr lang="en-GB" dirty="0"/>
          </a:p>
        </p:txBody>
      </p:sp>
      <p:pic>
        <p:nvPicPr>
          <p:cNvPr id="3" name="Google Shape;144;p25">
            <a:extLst>
              <a:ext uri="{FF2B5EF4-FFF2-40B4-BE49-F238E27FC236}">
                <a16:creationId xmlns:a16="http://schemas.microsoft.com/office/drawing/2014/main" id="{C310B631-428F-4C17-30D3-FE3E868B011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44665" y="3833887"/>
            <a:ext cx="4019749" cy="217547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168796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A56C67-FA98-E694-ACFC-5316587D1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F9352E7-BAB9-9B0B-BDB1-EE09581BB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CMSIS Solution</a:t>
            </a:r>
            <a:endParaRPr lang="en-GB" dirty="0"/>
          </a:p>
        </p:txBody>
      </p:sp>
      <p:sp>
        <p:nvSpPr>
          <p:cNvPr id="21" name="Google Shape;150;p26">
            <a:extLst>
              <a:ext uri="{FF2B5EF4-FFF2-40B4-BE49-F238E27FC236}">
                <a16:creationId xmlns:a16="http://schemas.microsoft.com/office/drawing/2014/main" id="{8BC305C6-9BD1-69C9-6B75-4CF8AF90902C}"/>
              </a:ext>
            </a:extLst>
          </p:cNvPr>
          <p:cNvSpPr/>
          <p:nvPr/>
        </p:nvSpPr>
        <p:spPr>
          <a:xfrm>
            <a:off x="3728639" y="1828620"/>
            <a:ext cx="3165900" cy="492600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CMSIS Solution (*.</a:t>
            </a:r>
            <a:r>
              <a:rPr kumimoji="0" lang="en-GB" sz="1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csolution.yml</a:t>
            </a:r>
            <a:r>
              <a: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)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2" name="Google Shape;151;p26">
            <a:extLst>
              <a:ext uri="{FF2B5EF4-FFF2-40B4-BE49-F238E27FC236}">
                <a16:creationId xmlns:a16="http://schemas.microsoft.com/office/drawing/2014/main" id="{85BF626A-BF2B-1E19-AFEF-315798C7EE38}"/>
              </a:ext>
            </a:extLst>
          </p:cNvPr>
          <p:cNvSpPr/>
          <p:nvPr/>
        </p:nvSpPr>
        <p:spPr>
          <a:xfrm>
            <a:off x="1768577" y="2683914"/>
            <a:ext cx="3165900" cy="492600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Project (*.</a:t>
            </a:r>
            <a:r>
              <a:rPr kumimoji="0" lang="en-GB" sz="1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cproject.yml</a:t>
            </a:r>
            <a:r>
              <a: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)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3" name="Google Shape;152;p26">
            <a:extLst>
              <a:ext uri="{FF2B5EF4-FFF2-40B4-BE49-F238E27FC236}">
                <a16:creationId xmlns:a16="http://schemas.microsoft.com/office/drawing/2014/main" id="{FA118425-B63C-49DE-157E-B1F536D1C367}"/>
              </a:ext>
            </a:extLst>
          </p:cNvPr>
          <p:cNvSpPr/>
          <p:nvPr/>
        </p:nvSpPr>
        <p:spPr>
          <a:xfrm>
            <a:off x="5688702" y="2683914"/>
            <a:ext cx="3165900" cy="492600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GB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Project (*.cproject.yml)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cxnSp>
        <p:nvCxnSpPr>
          <p:cNvPr id="24" name="Google Shape;154;p26">
            <a:extLst>
              <a:ext uri="{FF2B5EF4-FFF2-40B4-BE49-F238E27FC236}">
                <a16:creationId xmlns:a16="http://schemas.microsoft.com/office/drawing/2014/main" id="{24726DE3-0A0D-6667-B7BD-80D5EAD4C867}"/>
              </a:ext>
            </a:extLst>
          </p:cNvPr>
          <p:cNvCxnSpPr>
            <a:cxnSpLocks/>
            <a:endCxn id="23" idx="0"/>
          </p:cNvCxnSpPr>
          <p:nvPr/>
        </p:nvCxnSpPr>
        <p:spPr>
          <a:xfrm rot="-5400000" flipH="1">
            <a:off x="6121739" y="1533889"/>
            <a:ext cx="339900" cy="1960200"/>
          </a:xfrm>
          <a:prstGeom prst="bentConnector3">
            <a:avLst>
              <a:gd name="adj1" fmla="val 49996"/>
            </a:avLst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" name="Google Shape;155;p26">
            <a:extLst>
              <a:ext uri="{FF2B5EF4-FFF2-40B4-BE49-F238E27FC236}">
                <a16:creationId xmlns:a16="http://schemas.microsoft.com/office/drawing/2014/main" id="{8F1EBF1C-95A8-9962-72B3-1B06A49D3DF3}"/>
              </a:ext>
            </a:extLst>
          </p:cNvPr>
          <p:cNvSpPr/>
          <p:nvPr/>
        </p:nvSpPr>
        <p:spPr>
          <a:xfrm>
            <a:off x="1768589" y="3457797"/>
            <a:ext cx="3165900" cy="608100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GB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Software Layers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GB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Configuration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6" name="Google Shape;156;p26">
            <a:extLst>
              <a:ext uri="{FF2B5EF4-FFF2-40B4-BE49-F238E27FC236}">
                <a16:creationId xmlns:a16="http://schemas.microsoft.com/office/drawing/2014/main" id="{714B0B27-7032-7662-C765-3677DF7897D3}"/>
              </a:ext>
            </a:extLst>
          </p:cNvPr>
          <p:cNvSpPr/>
          <p:nvPr/>
        </p:nvSpPr>
        <p:spPr>
          <a:xfrm>
            <a:off x="1768589" y="4347164"/>
            <a:ext cx="3165900" cy="608100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GB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CMSIS Software Packs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GB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(Device + Middleware)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7" name="Google Shape;157;p26">
            <a:extLst>
              <a:ext uri="{FF2B5EF4-FFF2-40B4-BE49-F238E27FC236}">
                <a16:creationId xmlns:a16="http://schemas.microsoft.com/office/drawing/2014/main" id="{43A0E655-197D-0CA6-9000-19759A2D530E}"/>
              </a:ext>
            </a:extLst>
          </p:cNvPr>
          <p:cNvSpPr/>
          <p:nvPr/>
        </p:nvSpPr>
        <p:spPr>
          <a:xfrm>
            <a:off x="1768589" y="5236539"/>
            <a:ext cx="3165900" cy="608100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Toolchain &amp; Build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(Compiler + Linker)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8" name="Google Shape;158;p26">
            <a:extLst>
              <a:ext uri="{FF2B5EF4-FFF2-40B4-BE49-F238E27FC236}">
                <a16:creationId xmlns:a16="http://schemas.microsoft.com/office/drawing/2014/main" id="{2D62AC77-8981-6151-1FE2-DC41F39E9449}"/>
              </a:ext>
            </a:extLst>
          </p:cNvPr>
          <p:cNvSpPr/>
          <p:nvPr/>
        </p:nvSpPr>
        <p:spPr>
          <a:xfrm>
            <a:off x="5688714" y="3457797"/>
            <a:ext cx="3165900" cy="608100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GB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Application Code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GB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Middleware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cxnSp>
        <p:nvCxnSpPr>
          <p:cNvPr id="29" name="Google Shape;159;p26">
            <a:extLst>
              <a:ext uri="{FF2B5EF4-FFF2-40B4-BE49-F238E27FC236}">
                <a16:creationId xmlns:a16="http://schemas.microsoft.com/office/drawing/2014/main" id="{3B2E72B2-5177-0C84-D8A3-366DE7557E96}"/>
              </a:ext>
            </a:extLst>
          </p:cNvPr>
          <p:cNvCxnSpPr>
            <a:stCxn id="22" idx="2"/>
            <a:endCxn id="25" idx="0"/>
          </p:cNvCxnSpPr>
          <p:nvPr/>
        </p:nvCxnSpPr>
        <p:spPr>
          <a:xfrm>
            <a:off x="3351527" y="3176514"/>
            <a:ext cx="0" cy="2814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" name="Google Shape;160;p26">
            <a:extLst>
              <a:ext uri="{FF2B5EF4-FFF2-40B4-BE49-F238E27FC236}">
                <a16:creationId xmlns:a16="http://schemas.microsoft.com/office/drawing/2014/main" id="{F25211C0-830C-DF61-E558-2D777D6D22FB}"/>
              </a:ext>
            </a:extLst>
          </p:cNvPr>
          <p:cNvCxnSpPr>
            <a:stCxn id="25" idx="2"/>
            <a:endCxn id="26" idx="0"/>
          </p:cNvCxnSpPr>
          <p:nvPr/>
        </p:nvCxnSpPr>
        <p:spPr>
          <a:xfrm>
            <a:off x="3351539" y="4065897"/>
            <a:ext cx="0" cy="2814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" name="Google Shape;161;p26">
            <a:extLst>
              <a:ext uri="{FF2B5EF4-FFF2-40B4-BE49-F238E27FC236}">
                <a16:creationId xmlns:a16="http://schemas.microsoft.com/office/drawing/2014/main" id="{5FC06443-5CB0-DEE0-23EF-86CD5C53130F}"/>
              </a:ext>
            </a:extLst>
          </p:cNvPr>
          <p:cNvCxnSpPr>
            <a:stCxn id="26" idx="2"/>
            <a:endCxn id="27" idx="0"/>
          </p:cNvCxnSpPr>
          <p:nvPr/>
        </p:nvCxnSpPr>
        <p:spPr>
          <a:xfrm>
            <a:off x="3351539" y="4955264"/>
            <a:ext cx="0" cy="2814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" name="Google Shape;162;p26">
            <a:extLst>
              <a:ext uri="{FF2B5EF4-FFF2-40B4-BE49-F238E27FC236}">
                <a16:creationId xmlns:a16="http://schemas.microsoft.com/office/drawing/2014/main" id="{723A9B90-DE92-1847-551B-BBB6F1872FCD}"/>
              </a:ext>
            </a:extLst>
          </p:cNvPr>
          <p:cNvCxnSpPr>
            <a:stCxn id="23" idx="2"/>
            <a:endCxn id="28" idx="0"/>
          </p:cNvCxnSpPr>
          <p:nvPr/>
        </p:nvCxnSpPr>
        <p:spPr>
          <a:xfrm>
            <a:off x="7271652" y="3176514"/>
            <a:ext cx="0" cy="2814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" name="Google Shape;153;p26">
            <a:extLst>
              <a:ext uri="{FF2B5EF4-FFF2-40B4-BE49-F238E27FC236}">
                <a16:creationId xmlns:a16="http://schemas.microsoft.com/office/drawing/2014/main" id="{8A2E99D9-320F-82F4-531B-0D5BF138AE71}"/>
              </a:ext>
            </a:extLst>
          </p:cNvPr>
          <p:cNvCxnSpPr/>
          <p:nvPr/>
        </p:nvCxnSpPr>
        <p:spPr>
          <a:xfrm rot="5400000">
            <a:off x="4161539" y="1533889"/>
            <a:ext cx="339900" cy="1960200"/>
          </a:xfrm>
          <a:prstGeom prst="bentConnector3">
            <a:avLst>
              <a:gd name="adj1" fmla="val 49996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4123712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3FBCF0-D0C8-9F4D-38EA-DAA3460A7A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EF9AAC7D-4CE2-C3F2-71C9-6FFA3CE37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CMSIS Packs</a:t>
            </a:r>
            <a:endParaRPr lang="en-GB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D15E5D3-3FB8-672B-ABEF-03B7C11E45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CMSIS Packages provide reusable software and metadata:</a:t>
            </a:r>
          </a:p>
          <a:p>
            <a:r>
              <a:rPr lang="en-US" dirty="0"/>
              <a:t>Device support</a:t>
            </a:r>
          </a:p>
          <a:p>
            <a:r>
              <a:rPr lang="en-US" dirty="0"/>
              <a:t>Startup code</a:t>
            </a:r>
          </a:p>
          <a:p>
            <a:r>
              <a:rPr lang="en-US" dirty="0"/>
              <a:t>Peripheral definitions</a:t>
            </a:r>
          </a:p>
          <a:p>
            <a:r>
              <a:rPr lang="en-US" dirty="0"/>
              <a:t>Drivers</a:t>
            </a:r>
          </a:p>
          <a:p>
            <a:r>
              <a:rPr lang="en-US" dirty="0"/>
              <a:t>Middleware</a:t>
            </a:r>
          </a:p>
          <a:p>
            <a:r>
              <a:rPr lang="en-US" dirty="0"/>
              <a:t>Example projects</a:t>
            </a:r>
          </a:p>
          <a:p>
            <a:r>
              <a:rPr lang="en-US" dirty="0"/>
              <a:t>Documentation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66966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BB412F-BFB1-F8D7-6830-0A3C9A1B8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E2002E1-123C-0122-0D4A-ED6849C6D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CMSIS Enabled Platforms</a:t>
            </a:r>
            <a:endParaRPr lang="en-GB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0CBB704-8AFB-0013-9ABF-14137BA5F2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Any platform powered by a Cortex-M or entry-level Cortex-A processor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STMicroelectronics</a:t>
            </a:r>
          </a:p>
          <a:p>
            <a:pPr lvl="1"/>
            <a:r>
              <a:rPr lang="en-US" dirty="0"/>
              <a:t>STM32L4</a:t>
            </a:r>
          </a:p>
          <a:p>
            <a:r>
              <a:rPr lang="en-US" dirty="0"/>
              <a:t>NCP Semiconductors</a:t>
            </a:r>
          </a:p>
          <a:p>
            <a:r>
              <a:rPr lang="en-US" dirty="0"/>
              <a:t>Microchip SAM family</a:t>
            </a:r>
          </a:p>
          <a:p>
            <a:r>
              <a:rPr lang="en-US" dirty="0"/>
              <a:t>Nordic Semiconductor</a:t>
            </a:r>
          </a:p>
          <a:p>
            <a:r>
              <a:rPr lang="en-US" dirty="0"/>
              <a:t>Silicon Labs</a:t>
            </a:r>
          </a:p>
          <a:p>
            <a:r>
              <a:rPr lang="en-US" dirty="0"/>
              <a:t>Texas Instruments</a:t>
            </a:r>
          </a:p>
          <a:p>
            <a:r>
              <a:rPr lang="en-US" dirty="0"/>
              <a:t>… and more.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568323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83A4F0F-2CCA-3D3F-AFD0-45ADCC60D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High-level vs. low-level programming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E93FE51-8D21-41A9-2C7B-D0B64EDC0DF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High-Level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7DAD69B-2C75-7DFE-C3F7-4733B2308FDB}"/>
              </a:ext>
            </a:extLst>
          </p:cNvPr>
          <p:cNvSpPr>
            <a:spLocks noGrp="1"/>
          </p:cNvSpPr>
          <p:nvPr>
            <p:ph sz="quarter" idx="19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800" dirty="0"/>
              <a:t>Advantages:</a:t>
            </a:r>
          </a:p>
          <a:p>
            <a:pPr algn="l"/>
            <a:r>
              <a:rPr lang="en-US" sz="1800" dirty="0"/>
              <a:t>Higher productivity (less development time/effort)</a:t>
            </a:r>
          </a:p>
          <a:p>
            <a:pPr algn="l"/>
            <a:r>
              <a:rPr lang="en-US" sz="1800" dirty="0"/>
              <a:t>Portability across devices</a:t>
            </a:r>
          </a:p>
          <a:p>
            <a:pPr algn="l"/>
            <a:r>
              <a:rPr lang="en-US" sz="1800" dirty="0"/>
              <a:t>Code is easier to read and maintain</a:t>
            </a:r>
          </a:p>
          <a:p>
            <a:pPr algn="l"/>
            <a:r>
              <a:rPr lang="en-US" sz="1800" dirty="0"/>
              <a:t>Rapid prototyping of applications</a:t>
            </a:r>
          </a:p>
          <a:p>
            <a:endParaRPr lang="en-US" sz="1800" dirty="0"/>
          </a:p>
          <a:p>
            <a:pPr marL="0" indent="0">
              <a:buNone/>
            </a:pPr>
            <a:r>
              <a:rPr lang="en-US" sz="1800" dirty="0"/>
              <a:t>Disadvantages:</a:t>
            </a:r>
          </a:p>
          <a:p>
            <a:r>
              <a:rPr lang="en-US" sz="1800" dirty="0"/>
              <a:t>Potentially less optimized code</a:t>
            </a:r>
          </a:p>
          <a:p>
            <a:r>
              <a:rPr lang="en-US" sz="1800" dirty="0"/>
              <a:t>Additional translation time from source code to machine code</a:t>
            </a:r>
          </a:p>
          <a:p>
            <a:r>
              <a:rPr lang="en-US" sz="1800" dirty="0"/>
              <a:t>Level of abstraction may not provide all functionality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88F3C06-73DE-8433-328D-09A34A5E084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Low-Level</a:t>
            </a:r>
            <a:endParaRPr lang="en-GB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229DDC4-22A5-2CFD-3D20-9E706FEC6CB5}"/>
              </a:ext>
            </a:extLst>
          </p:cNvPr>
          <p:cNvSpPr>
            <a:spLocks noGrp="1"/>
          </p:cNvSpPr>
          <p:nvPr>
            <p:ph sz="quarter" idx="2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800" dirty="0"/>
              <a:t>Advantages: </a:t>
            </a:r>
          </a:p>
          <a:p>
            <a:r>
              <a:rPr lang="en-US" sz="1800" dirty="0"/>
              <a:t>More optimized code and higher memory efficiency</a:t>
            </a:r>
          </a:p>
          <a:p>
            <a:r>
              <a:rPr lang="en-US" sz="1800" dirty="0"/>
              <a:t>Less translation time from source code to machine code</a:t>
            </a:r>
          </a:p>
          <a:p>
            <a:r>
              <a:rPr lang="en-US" sz="1800" dirty="0"/>
              <a:t>Direct interaction with hardware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Disadvantages:</a:t>
            </a:r>
          </a:p>
          <a:p>
            <a:r>
              <a:rPr lang="en-US" sz="1800" dirty="0"/>
              <a:t>Less portability from one device to another</a:t>
            </a:r>
          </a:p>
          <a:p>
            <a:r>
              <a:rPr lang="en-US" sz="1800" dirty="0"/>
              <a:t>Code is more difficult to read, reuse, and maintain</a:t>
            </a:r>
          </a:p>
          <a:p>
            <a:r>
              <a:rPr lang="en-US" sz="1800" dirty="0"/>
              <a:t>Low productivity/greater effort required</a:t>
            </a:r>
            <a:endParaRPr lang="en-GB" sz="1800" dirty="0"/>
          </a:p>
        </p:txBody>
      </p:sp>
    </p:spTree>
    <p:extLst>
      <p:ext uri="{BB962C8B-B14F-4D97-AF65-F5344CB8AC3E}">
        <p14:creationId xmlns:p14="http://schemas.microsoft.com/office/powerpoint/2010/main" val="41610049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100AFE-BC19-4638-1524-117B562A2C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E6A96A17-80BE-FF7A-1209-DDA1E3FE2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High-level vs. low-level programming</a:t>
            </a:r>
            <a:endParaRPr lang="en-GB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F5068B3-C986-EA01-9B28-F47A47759F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Low-level: Blinking an LED by manipulating MCU registers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dirty="0"/>
              <a:t>A GPIO peripheral can be directly accessed by reading/writing specific memory addresses.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Google Shape;188;p30">
            <a:extLst>
              <a:ext uri="{FF2B5EF4-FFF2-40B4-BE49-F238E27FC236}">
                <a16:creationId xmlns:a16="http://schemas.microsoft.com/office/drawing/2014/main" id="{6D92D406-6A85-F9B1-90F4-52863D10092B}"/>
              </a:ext>
            </a:extLst>
          </p:cNvPr>
          <p:cNvSpPr txBox="1"/>
          <p:nvPr/>
        </p:nvSpPr>
        <p:spPr>
          <a:xfrm>
            <a:off x="479424" y="3069595"/>
            <a:ext cx="9242799" cy="2985402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GB" sz="1400" b="1" kern="0" dirty="0">
                <a:solidFill>
                  <a:srgbClr val="59595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int</a:t>
            </a:r>
            <a:r>
              <a:rPr lang="en-GB" sz="1400" kern="0" dirty="0">
                <a:solidFill>
                  <a:srgbClr val="59595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r>
              <a:rPr lang="en-GB" sz="1400" kern="0" dirty="0" err="1">
                <a:solidFill>
                  <a:srgbClr val="59595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app_main</a:t>
            </a:r>
            <a:r>
              <a:rPr lang="en-GB" sz="1400" kern="0" dirty="0">
                <a:solidFill>
                  <a:srgbClr val="59595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(</a:t>
            </a:r>
            <a:r>
              <a:rPr lang="en-GB" sz="1400" b="1" kern="0" dirty="0">
                <a:solidFill>
                  <a:srgbClr val="59595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void</a:t>
            </a:r>
            <a:r>
              <a:rPr lang="en-GB" sz="1400" kern="0" dirty="0">
                <a:solidFill>
                  <a:srgbClr val="59595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) {</a:t>
            </a:r>
            <a:endParaRPr sz="1400" kern="0" dirty="0">
              <a:solidFill>
                <a:srgbClr val="595959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GB" sz="1400" kern="0" dirty="0">
                <a:solidFill>
                  <a:srgbClr val="59595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</a:t>
            </a:r>
            <a:r>
              <a:rPr lang="en-GB" sz="1400" b="1" kern="0" dirty="0">
                <a:solidFill>
                  <a:srgbClr val="59595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uint32_t</a:t>
            </a:r>
            <a:r>
              <a:rPr lang="en-GB" sz="1400" kern="0" dirty="0">
                <a:solidFill>
                  <a:srgbClr val="59595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*GPIO_B_ODR = (</a:t>
            </a:r>
            <a:r>
              <a:rPr lang="en-GB" sz="1400" b="1" kern="0" dirty="0">
                <a:solidFill>
                  <a:srgbClr val="59595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uint32_t</a:t>
            </a:r>
            <a:r>
              <a:rPr lang="en-GB" sz="1400" kern="0" dirty="0">
                <a:solidFill>
                  <a:srgbClr val="59595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*)(0x48000414); </a:t>
            </a:r>
            <a:r>
              <a:rPr lang="en-GB" sz="1400" kern="0" dirty="0">
                <a:solidFill>
                  <a:srgbClr val="0097A7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// GPIO Port B Output Data Register</a:t>
            </a:r>
            <a:endParaRPr sz="1400" kern="0" dirty="0">
              <a:solidFill>
                <a:srgbClr val="0097A7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kern="0" dirty="0">
              <a:solidFill>
                <a:srgbClr val="595959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GB" sz="1400" kern="0" dirty="0">
                <a:solidFill>
                  <a:srgbClr val="59595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</a:t>
            </a:r>
            <a:r>
              <a:rPr lang="en-GB" sz="1400" b="1" kern="0" dirty="0">
                <a:solidFill>
                  <a:srgbClr val="59595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for</a:t>
            </a:r>
            <a:r>
              <a:rPr lang="en-GB" sz="1400" kern="0" dirty="0">
                <a:solidFill>
                  <a:srgbClr val="59595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(;;) {</a:t>
            </a:r>
            <a:endParaRPr sz="1400" kern="0" dirty="0">
              <a:solidFill>
                <a:srgbClr val="595959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GB" sz="1400" kern="0" dirty="0">
                <a:solidFill>
                  <a:srgbClr val="59595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*GPIO_B_ODR &amp;= ~(1 &lt;&lt; 14);		</a:t>
            </a:r>
            <a:r>
              <a:rPr lang="en-GB" sz="1400" kern="0" dirty="0">
                <a:solidFill>
                  <a:srgbClr val="0097A7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// Clear PB14</a:t>
            </a:r>
            <a:endParaRPr sz="1400" kern="0" dirty="0">
              <a:solidFill>
                <a:srgbClr val="0097A7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GB" sz="1400" kern="0" dirty="0">
                <a:solidFill>
                  <a:srgbClr val="59595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wait(1000);				</a:t>
            </a:r>
            <a:r>
              <a:rPr lang="en-GB" sz="1400" kern="0" dirty="0">
                <a:solidFill>
                  <a:srgbClr val="0097A7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// Wait 1s</a:t>
            </a:r>
            <a:endParaRPr sz="1400" kern="0" dirty="0">
              <a:solidFill>
                <a:srgbClr val="0097A7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GB" sz="1400" kern="0" dirty="0">
                <a:solidFill>
                  <a:srgbClr val="59595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*GPIO_B_ODR |= (1 &lt;&lt; 14);		</a:t>
            </a:r>
            <a:r>
              <a:rPr lang="en-GB" sz="1400" kern="0" dirty="0">
                <a:solidFill>
                  <a:srgbClr val="0097A7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// Set PB14</a:t>
            </a:r>
            <a:endParaRPr sz="1400" kern="0" dirty="0">
              <a:solidFill>
                <a:srgbClr val="0097A7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GB" sz="1400" kern="0" dirty="0">
                <a:solidFill>
                  <a:srgbClr val="59595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wait(1000);				</a:t>
            </a:r>
            <a:r>
              <a:rPr lang="en-GB" sz="1400" kern="0" dirty="0">
                <a:solidFill>
                  <a:srgbClr val="0097A7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// Wait 1s</a:t>
            </a:r>
            <a:endParaRPr sz="1400" kern="0" dirty="0">
              <a:solidFill>
                <a:srgbClr val="0097A7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GB" sz="1400" kern="0" dirty="0">
                <a:solidFill>
                  <a:srgbClr val="59595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}</a:t>
            </a:r>
            <a:endParaRPr sz="1400" kern="0" dirty="0">
              <a:solidFill>
                <a:srgbClr val="595959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kern="0" dirty="0">
              <a:solidFill>
                <a:srgbClr val="595959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GB" sz="1400" kern="0" dirty="0">
                <a:solidFill>
                  <a:srgbClr val="59595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</a:t>
            </a:r>
            <a:r>
              <a:rPr lang="en-GB" sz="1400" b="1" kern="0" dirty="0">
                <a:solidFill>
                  <a:srgbClr val="59595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return</a:t>
            </a:r>
            <a:r>
              <a:rPr lang="en-GB" sz="1400" kern="0" dirty="0">
                <a:solidFill>
                  <a:srgbClr val="59595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0;</a:t>
            </a:r>
            <a:endParaRPr sz="1400" kern="0" dirty="0">
              <a:solidFill>
                <a:srgbClr val="595959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GB" sz="1400" kern="0" dirty="0">
                <a:solidFill>
                  <a:srgbClr val="59595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}</a:t>
            </a:r>
            <a:endParaRPr sz="1400" kern="0" dirty="0">
              <a:solidFill>
                <a:srgbClr val="595959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  <p:extLst>
      <p:ext uri="{BB962C8B-B14F-4D97-AF65-F5344CB8AC3E}">
        <p14:creationId xmlns:p14="http://schemas.microsoft.com/office/powerpoint/2010/main" val="3961627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0E8834-ABFA-54B0-59D9-C6CC15E8F1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37EC6E1F-F05D-16E5-7107-0F8C2D5B0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High-level vs. low-level programming</a:t>
            </a:r>
            <a:endParaRPr lang="en-GB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609AF78-7ADD-D711-E124-B46ACE469D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High-level: Blinking an LED with the CMSIS API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dirty="0"/>
              <a:t>A GPIO peripheral can be controlled with CMSIS function calls.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Google Shape;188;p30">
            <a:extLst>
              <a:ext uri="{FF2B5EF4-FFF2-40B4-BE49-F238E27FC236}">
                <a16:creationId xmlns:a16="http://schemas.microsoft.com/office/drawing/2014/main" id="{70778129-58C9-F54E-6CDA-2348BD6E36DD}"/>
              </a:ext>
            </a:extLst>
          </p:cNvPr>
          <p:cNvSpPr txBox="1"/>
          <p:nvPr/>
        </p:nvSpPr>
        <p:spPr>
          <a:xfrm>
            <a:off x="479424" y="3069595"/>
            <a:ext cx="9242799" cy="1908184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US" sz="1400" b="1" dirty="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void</a:t>
            </a:r>
            <a:r>
              <a:rPr lang="en-US" sz="1400" dirty="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r>
              <a:rPr lang="en-US" sz="1400" dirty="0" err="1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app_main_thread</a:t>
            </a:r>
            <a:r>
              <a:rPr lang="en-US" sz="1400" dirty="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(</a:t>
            </a:r>
            <a:r>
              <a:rPr lang="en-US" sz="1400" b="1" dirty="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void</a:t>
            </a:r>
            <a:r>
              <a:rPr lang="en-US" sz="1400" dirty="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*argument) {</a:t>
            </a:r>
          </a:p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</a:t>
            </a:r>
            <a:r>
              <a:rPr lang="en-US" sz="1400" b="1" dirty="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for</a:t>
            </a:r>
            <a:r>
              <a:rPr lang="en-US" sz="1400" dirty="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(;;) {</a:t>
            </a:r>
          </a:p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</a:t>
            </a:r>
            <a:r>
              <a:rPr lang="en-US" sz="1400" dirty="0" err="1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vioSetSignal</a:t>
            </a:r>
            <a:r>
              <a:rPr lang="en-US" sz="1400" dirty="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(vioLED0, </a:t>
            </a:r>
            <a:r>
              <a:rPr lang="en-US" sz="1400" dirty="0" err="1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vioLEDoff</a:t>
            </a:r>
            <a:r>
              <a:rPr lang="en-US" sz="1400" dirty="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);	</a:t>
            </a:r>
            <a:r>
              <a:rPr lang="en-US" sz="1400" dirty="0">
                <a:solidFill>
                  <a:schemeClr val="accent1">
                    <a:lumMod val="75000"/>
                  </a:schemeClr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// Turn the LED off</a:t>
            </a:r>
          </a:p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</a:t>
            </a:r>
            <a:r>
              <a:rPr lang="en-US" sz="1400" dirty="0" err="1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osDelay</a:t>
            </a:r>
            <a:r>
              <a:rPr lang="en-US" sz="1400" dirty="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(1000);				</a:t>
            </a:r>
            <a:r>
              <a:rPr lang="en-US" sz="1400" dirty="0">
                <a:solidFill>
                  <a:schemeClr val="accent1">
                    <a:lumMod val="75000"/>
                  </a:schemeClr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// Wait 1s</a:t>
            </a:r>
          </a:p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</a:t>
            </a:r>
            <a:r>
              <a:rPr lang="en-US" sz="1400" dirty="0" err="1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vioSetSignal</a:t>
            </a:r>
            <a:r>
              <a:rPr lang="en-US" sz="1400" dirty="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(vioLED0, </a:t>
            </a:r>
            <a:r>
              <a:rPr lang="en-US" sz="1400" dirty="0" err="1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vioLEDon</a:t>
            </a:r>
            <a:r>
              <a:rPr lang="en-US" sz="1400" dirty="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);	</a:t>
            </a:r>
            <a:r>
              <a:rPr lang="en-US" sz="1400" dirty="0">
                <a:solidFill>
                  <a:schemeClr val="accent1">
                    <a:lumMod val="75000"/>
                  </a:schemeClr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// Turn the LED on</a:t>
            </a:r>
          </a:p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</a:t>
            </a:r>
            <a:r>
              <a:rPr lang="en-US" sz="1400" dirty="0" err="1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osDelay</a:t>
            </a:r>
            <a:r>
              <a:rPr lang="en-US" sz="1400" dirty="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(1000);				</a:t>
            </a:r>
            <a:r>
              <a:rPr lang="en-US" sz="1400" dirty="0">
                <a:solidFill>
                  <a:schemeClr val="accent1">
                    <a:lumMod val="75000"/>
                  </a:schemeClr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// Wait 1s</a:t>
            </a:r>
          </a:p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}</a:t>
            </a:r>
          </a:p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9461235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049170"/>
      </p:ext>
    </p:extLst>
  </p:cSld>
  <p:clrMapOvr>
    <a:masterClrMapping/>
  </p:clrMapOvr>
</p:sld>
</file>

<file path=ppt/theme/theme1.xml><?xml version="1.0" encoding="utf-8"?>
<a:theme xmlns:a="http://schemas.openxmlformats.org/drawingml/2006/main" name="Arm_Public_2026_Lightmode">
  <a:themeElements>
    <a:clrScheme name="Arm 2026">
      <a:dk1>
        <a:srgbClr val="000000"/>
      </a:dk1>
      <a:lt1>
        <a:srgbClr val="FFFFFF"/>
      </a:lt1>
      <a:dk2>
        <a:srgbClr val="080224"/>
      </a:dk2>
      <a:lt2>
        <a:srgbClr val="F3F3F3"/>
      </a:lt2>
      <a:accent1>
        <a:srgbClr val="0057FF"/>
      </a:accent1>
      <a:accent2>
        <a:srgbClr val="3B3252"/>
      </a:accent2>
      <a:accent3>
        <a:srgbClr val="FFAE2C"/>
      </a:accent3>
      <a:accent4>
        <a:srgbClr val="02EAEA"/>
      </a:accent4>
      <a:accent5>
        <a:srgbClr val="F26419"/>
      </a:accent5>
      <a:accent6>
        <a:srgbClr val="6F6F6F"/>
      </a:accent6>
      <a:hlink>
        <a:srgbClr val="7133F7"/>
      </a:hlink>
      <a:folHlink>
        <a:srgbClr val="002F6C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7233F7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0" indent="0" algn="l" defTabSz="914400" rtl="0" eaLnBrk="1" latinLnBrk="0" hangingPunct="1">
          <a:lnSpc>
            <a:spcPct val="90000"/>
          </a:lnSpc>
          <a:spcBef>
            <a:spcPts val="0"/>
          </a:spcBef>
          <a:spcAft>
            <a:spcPts val="600"/>
          </a:spcAft>
          <a:buFont typeface="Arial" panose="020B0604020202020204" pitchFamily="34" charset="0"/>
          <a:buNone/>
          <a:defRPr sz="2100" kern="1200" dirty="0" err="1" smtClean="0">
            <a:solidFill>
              <a:schemeClr val="tx2"/>
            </a:solidFill>
            <a:latin typeface="+mn-lt"/>
            <a:ea typeface="+mn-ea"/>
            <a:cs typeface="+mn-c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Arm_Public_2026" id="{3B4724F7-E3D1-6743-8E7B-BFDD10AD19B1}" vid="{CCFE33B7-E389-0548-B385-4E4AFCC9E000}"/>
    </a:ext>
  </a:extLst>
</a:theme>
</file>

<file path=ppt/theme/theme2.xml><?xml version="1.0" encoding="utf-8"?>
<a:theme xmlns:a="http://schemas.openxmlformats.org/drawingml/2006/main" name="Arm_Public_2026_Darkmode">
  <a:themeElements>
    <a:clrScheme name="Arm Test 5">
      <a:dk1>
        <a:srgbClr val="000000"/>
      </a:dk1>
      <a:lt1>
        <a:srgbClr val="FFFFFF"/>
      </a:lt1>
      <a:dk2>
        <a:srgbClr val="080023"/>
      </a:dk2>
      <a:lt2>
        <a:srgbClr val="F3F3F3"/>
      </a:lt2>
      <a:accent1>
        <a:srgbClr val="0054FC"/>
      </a:accent1>
      <a:accent2>
        <a:srgbClr val="3B3252"/>
      </a:accent2>
      <a:accent3>
        <a:srgbClr val="FCAB2A"/>
      </a:accent3>
      <a:accent4>
        <a:srgbClr val="00EAE7"/>
      </a:accent4>
      <a:accent5>
        <a:srgbClr val="F37929"/>
      </a:accent5>
      <a:accent6>
        <a:srgbClr val="6F6F6F"/>
      </a:accent6>
      <a:hlink>
        <a:srgbClr val="6E2FF0"/>
      </a:hlink>
      <a:folHlink>
        <a:srgbClr val="002F6C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0" indent="0" algn="l" defTabSz="914400" rtl="0" eaLnBrk="1" latinLnBrk="0" hangingPunct="1">
          <a:lnSpc>
            <a:spcPct val="90000"/>
          </a:lnSpc>
          <a:spcBef>
            <a:spcPts val="0"/>
          </a:spcBef>
          <a:spcAft>
            <a:spcPts val="600"/>
          </a:spcAft>
          <a:buFont typeface="Arial" panose="020B0604020202020204" pitchFamily="34" charset="0"/>
          <a:buNone/>
          <a:defRPr sz="2100" kern="1200" dirty="0" err="1" smtClean="0">
            <a:solidFill>
              <a:schemeClr val="tx2"/>
            </a:solidFill>
            <a:latin typeface="+mn-lt"/>
            <a:ea typeface="+mn-ea"/>
            <a:cs typeface="+mn-c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Arm_Public_2026" id="{3B4724F7-E3D1-6743-8E7B-BFDD10AD19B1}" vid="{C25F682B-5088-4F4D-B54C-ED554F8117F3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Current_x0020_Version xmlns="f2ad5090-61a8-4b8c-ab70-68f4ff4d1933">9.0</Current_x0020_Version>
    <Document_x0020_Author xmlns="f2ad5090-61a8-4b8c-ab70-68f4ff4d1933">
      <UserInfo>
        <DisplayName/>
        <AccountId xsi:nil="true"/>
        <AccountType/>
      </UserInfo>
    </Document_x0020_Author>
    <_dlc_DocId xmlns="f2ad5090-61a8-4b8c-ab70-68f4ff4d1933">ARM-ECM-0633231</_dlc_DocId>
    <Document_x0020_Confidentiality xmlns="f2ad5090-61a8-4b8c-ab70-68f4ff4d1933">Confidential-Restricted</Document_x0020_Confidentiality>
    <_dlc_DocIdUrl xmlns="f2ad5090-61a8-4b8c-ab70-68f4ff4d1933">
      <Url>http://teamsites.arm.com/sites/cthub/_layouts/DocIdRedir.aspx?ID=ARM-ECM-0633231</Url>
      <Description>ARM-ECM-0633231</Description>
    </_dlc_DocIdUrl>
    <Category xmlns="c0950e01-db07-4e41-9c32-b7a8e9fccc9b">Private Presentation Templates</Category>
    <ARM_x0020_Legacy_x0020_ID xmlns="f2ad5090-61a8-4b8c-ab70-68f4ff4d1933" xsi:nil="true"/>
    <TaxCatchAll xmlns="f2ad5090-61a8-4b8c-ab70-68f4ff4d1933">
      <Value>7</Value>
      <Value>1</Value>
    </TaxCatchAll>
    <j60c3ced31bb40378c6254d49035d966 xmlns="f2ad5090-61a8-4b8c-ab70-68f4ff4d1933">
      <Terms xmlns="http://schemas.microsoft.com/office/infopath/2007/PartnerControls">
        <TermInfo xmlns="http://schemas.microsoft.com/office/infopath/2007/PartnerControls">
          <TermName xmlns="http://schemas.microsoft.com/office/infopath/2007/PartnerControls">2017</TermName>
          <TermId xmlns="http://schemas.microsoft.com/office/infopath/2007/PartnerControls">58467e81-5d99-44a5-abb5-12a016b65e9e</TermId>
        </TermInfo>
      </Terms>
    </j60c3ced31bb40378c6254d49035d966>
    <RoutingRuleDescription xmlns="http://schemas.microsoft.com/sharepoint/v3" xsi:nil="true"/>
    <_Status xmlns="http://schemas.microsoft.com/sharepoint/v3/fields">Not Started</_Status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ARM Document" ma:contentTypeID="0x0101005C6975769EB1684CAB07571CAE07A11B0100BC81FA0C64ACC243A77959D9266C7751" ma:contentTypeVersion="27" ma:contentTypeDescription="" ma:contentTypeScope="" ma:versionID="c3d44a507a30e34bb56df6cb41b0e970">
  <xsd:schema xmlns:xsd="http://www.w3.org/2001/XMLSchema" xmlns:xs="http://www.w3.org/2001/XMLSchema" xmlns:p="http://schemas.microsoft.com/office/2006/metadata/properties" xmlns:ns1="http://schemas.microsoft.com/sharepoint/v3" xmlns:ns2="f2ad5090-61a8-4b8c-ab70-68f4ff4d1933" xmlns:ns3="http://schemas.microsoft.com/sharepoint/v3/fields" xmlns:ns4="c0950e01-db07-4e41-9c32-b7a8e9fccc9b" targetNamespace="http://schemas.microsoft.com/office/2006/metadata/properties" ma:root="true" ma:fieldsID="d6365f768a9cf65e3d0aaa644537f94f" ns1:_="" ns2:_="" ns3:_="" ns4:_="">
    <xsd:import namespace="http://schemas.microsoft.com/sharepoint/v3"/>
    <xsd:import namespace="f2ad5090-61a8-4b8c-ab70-68f4ff4d1933"/>
    <xsd:import namespace="http://schemas.microsoft.com/sharepoint/v3/fields"/>
    <xsd:import namespace="c0950e01-db07-4e41-9c32-b7a8e9fccc9b"/>
    <xsd:element name="properties">
      <xsd:complexType>
        <xsd:sequence>
          <xsd:element name="documentManagement">
            <xsd:complexType>
              <xsd:all>
                <xsd:element ref="ns1:RoutingRuleDescription" minOccurs="0"/>
                <xsd:element ref="ns2:Document_x0020_Author" minOccurs="0"/>
                <xsd:element ref="ns3:_Status"/>
                <xsd:element ref="ns2:Document_x0020_Confidentiality"/>
                <xsd:element ref="ns2:_dlc_DocId" minOccurs="0"/>
                <xsd:element ref="ns2:_dlc_DocIdUrl" minOccurs="0"/>
                <xsd:element ref="ns2:_dlc_DocIdPersistId" minOccurs="0"/>
                <xsd:element ref="ns2:ARM_x0020_Legacy_x0020_ID" minOccurs="0"/>
                <xsd:element ref="ns2:Current_x0020_Version" minOccurs="0"/>
                <xsd:element ref="ns2:j60c3ced31bb40378c6254d49035d966" minOccurs="0"/>
                <xsd:element ref="ns2:TaxCatchAll" minOccurs="0"/>
                <xsd:element ref="ns2:TaxCatchAllLabel" minOccurs="0"/>
                <xsd:element ref="ns4:Categor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RoutingRuleDescription" ma:index="2" nillable="true" ma:displayName="Description" ma:internalName="RoutingRuleDescription" ma:readOnly="false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2ad5090-61a8-4b8c-ab70-68f4ff4d1933" elementFormDefault="qualified">
    <xsd:import namespace="http://schemas.microsoft.com/office/2006/documentManagement/types"/>
    <xsd:import namespace="http://schemas.microsoft.com/office/infopath/2007/PartnerControls"/>
    <xsd:element name="Document_x0020_Author" ma:index="3" nillable="true" ma:displayName="Document Author" ma:list="UserInfo" ma:SharePointGroup="0" ma:internalName="Document_x0020_Author" ma:showField="ImnNam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ocument_x0020_Confidentiality" ma:index="5" ma:displayName="Document Confidentiality" ma:default="Confidential" ma:format="Dropdown" ma:internalName="Document_x0020_Confidentiality">
      <xsd:simpleType>
        <xsd:restriction base="dms:Choice">
          <xsd:enumeration value="Secret"/>
          <xsd:enumeration value="Confidential-Restricted"/>
          <xsd:enumeration value="Confidential"/>
          <xsd:enumeration value="Non-Confidential"/>
          <xsd:enumeration value="Personal"/>
        </xsd:restriction>
      </xsd:simpleType>
    </xsd:element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ARM_x0020_Legacy_x0020_ID" ma:index="16" nillable="true" ma:displayName="ARM Legacy ID" ma:internalName="ARM_x0020_Legacy_x0020_ID">
      <xsd:simpleType>
        <xsd:restriction base="dms:Text">
          <xsd:maxLength value="255"/>
        </xsd:restriction>
      </xsd:simpleType>
    </xsd:element>
    <xsd:element name="Current_x0020_Version" ma:index="17" nillable="true" ma:displayName="Current Version" ma:description="The current version number of the file in SharePoint." ma:internalName="Current_x0020_Version" ma:readOnly="false">
      <xsd:simpleType>
        <xsd:restriction base="dms:Text">
          <xsd:maxLength value="255"/>
        </xsd:restriction>
      </xsd:simpleType>
    </xsd:element>
    <xsd:element name="j60c3ced31bb40378c6254d49035d966" ma:index="18" nillable="true" ma:taxonomy="true" ma:internalName="j60c3ced31bb40378c6254d49035d966" ma:taxonomyFieldName="Calendar_x0020_Year" ma:displayName="Calendar Year" ma:readOnly="false" ma:default="7;#2017|58467e81-5d99-44a5-abb5-12a016b65e9e" ma:fieldId="{360c3ced-31bb-4037-8c62-54d49035d966}" ma:sspId="982c6e79-63e2-4d63-9b21-99d1544b0b75" ma:termSetId="c604d99f-773e-49a6-a2c0-6d4bc7541120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" ma:index="19" nillable="true" ma:displayName="Taxonomy Catch All Column" ma:hidden="true" ma:list="{a9424fa9-fdb0-43c3-9a79-ae027323b92a}" ma:internalName="TaxCatchAll" ma:showField="CatchAllData" ma:web="f2ad5090-61a8-4b8c-ab70-68f4ff4d193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20" nillable="true" ma:displayName="Taxonomy Catch All Column1" ma:hidden="true" ma:list="{a9424fa9-fdb0-43c3-9a79-ae027323b92a}" ma:internalName="TaxCatchAllLabel" ma:readOnly="true" ma:showField="CatchAllDataLabel" ma:web="f2ad5090-61a8-4b8c-ab70-68f4ff4d193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/fields" elementFormDefault="qualified">
    <xsd:import namespace="http://schemas.microsoft.com/office/2006/documentManagement/types"/>
    <xsd:import namespace="http://schemas.microsoft.com/office/infopath/2007/PartnerControls"/>
    <xsd:element name="_Status" ma:index="4" ma:displayName="Status" ma:default="Not Started" ma:internalName="_Status" ma:readOnly="false">
      <xsd:simpleType>
        <xsd:union memberTypes="dms:Text">
          <xsd:simpleType>
            <xsd:restriction base="dms:Choice">
              <xsd:enumeration value="Not Started"/>
              <xsd:enumeration value="Draft"/>
              <xsd:enumeration value="Reviewed"/>
              <xsd:enumeration value="Scheduled"/>
              <xsd:enumeration value="Published"/>
              <xsd:enumeration value="Final"/>
              <xsd:enumeration value="Expired"/>
            </xsd:restriction>
          </xsd:simpleType>
        </xsd:un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950e01-db07-4e41-9c32-b7a8e9fccc9b" elementFormDefault="qualified">
    <xsd:import namespace="http://schemas.microsoft.com/office/2006/documentManagement/types"/>
    <xsd:import namespace="http://schemas.microsoft.com/office/infopath/2007/PartnerControls"/>
    <xsd:element name="Category" ma:index="22" nillable="true" ma:displayName="Category" ma:format="Dropdown" ma:internalName="Category">
      <xsd:simpleType>
        <xsd:restriction base="dms:Choice">
          <xsd:enumeration value="Word Documents - UK"/>
          <xsd:enumeration value="Word Documents - US"/>
          <xsd:enumeration value="Board Presentation Templates"/>
          <xsd:enumeration value="Public Presentation Templates"/>
          <xsd:enumeration value="Private Presentation Templates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11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 ma:index="6" ma:displayName="Keywords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axOccurs="1" ma:displayName="Status">
          <xsd:simpleType xmlns:xs="http://www.w3.org/2001/XMLSchema">
            <xsd:restriction base="xsd:string">
              <xsd:minLength value="1"/>
            </xsd:restriction>
          </xsd:simpleType>
        </xsd:element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Assembly>Microsoft.Office.DocumentManagement, Version=14.0.0.0, Culture=neutral, PublicKeyToken=71e9bce111e9429c</Assembly>
    <Class>Microsoft.Office.DocumentManagement.Internal.DocIdHandler</Class>
    <Data/>
    <Filter/>
  </Receiver>
</spe:Receivers>
</file>

<file path=customXml/item5.xml><?xml version="1.0" encoding="utf-8"?>
<?mso-contentType ?>
<customXsn xmlns="http://schemas.microsoft.com/office/2006/metadata/customXsn">
  <xsnLocation/>
  <cached>True</cached>
  <openByDefault>True</openByDefault>
  <xsnScope/>
</customXsn>
</file>

<file path=customXml/itemProps1.xml><?xml version="1.0" encoding="utf-8"?>
<ds:datastoreItem xmlns:ds="http://schemas.openxmlformats.org/officeDocument/2006/customXml" ds:itemID="{82EFBBFE-5AFC-4CAD-AD38-1CB870BDB25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61D4E06-5D3F-4994-A4A7-4BA626FA722D}">
  <ds:schemaRefs>
    <ds:schemaRef ds:uri="http://schemas.microsoft.com/sharepoint/v3"/>
    <ds:schemaRef ds:uri="http://purl.org/dc/elements/1.1/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c0950e01-db07-4e41-9c32-b7a8e9fccc9b"/>
    <ds:schemaRef ds:uri="http://purl.org/dc/dcmitype/"/>
    <ds:schemaRef ds:uri="http://purl.org/dc/terms/"/>
    <ds:schemaRef ds:uri="http://schemas.microsoft.com/sharepoint/v3/fields"/>
    <ds:schemaRef ds:uri="f2ad5090-61a8-4b8c-ab70-68f4ff4d1933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5675509F-A6F5-4147-861D-E4CC99F48FA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f2ad5090-61a8-4b8c-ab70-68f4ff4d1933"/>
    <ds:schemaRef ds:uri="http://schemas.microsoft.com/sharepoint/v3/fields"/>
    <ds:schemaRef ds:uri="c0950e01-db07-4e41-9c32-b7a8e9fccc9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4.xml><?xml version="1.0" encoding="utf-8"?>
<ds:datastoreItem xmlns:ds="http://schemas.openxmlformats.org/officeDocument/2006/customXml" ds:itemID="{1E7F2E56-8924-419D-99E9-79DB71144EB2}">
  <ds:schemaRefs>
    <ds:schemaRef ds:uri="http://schemas.microsoft.com/sharepoint/events"/>
  </ds:schemaRefs>
</ds:datastoreItem>
</file>

<file path=customXml/itemProps5.xml><?xml version="1.0" encoding="utf-8"?>
<ds:datastoreItem xmlns:ds="http://schemas.openxmlformats.org/officeDocument/2006/customXml" ds:itemID="{C959113B-7FA4-40AB-AF85-5C5588D4771C}">
  <ds:schemaRefs>
    <ds:schemaRef ds:uri="http://schemas.microsoft.com/office/2006/metadata/customXsn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Arm_Public_2026</Template>
  <TotalTime>3</TotalTime>
  <Words>1225</Words>
  <Application>Microsoft Office PowerPoint</Application>
  <PresentationFormat>Widescreen</PresentationFormat>
  <Paragraphs>209</Paragraphs>
  <Slides>19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Calibri</vt:lpstr>
      <vt:lpstr>Source Code Pro</vt:lpstr>
      <vt:lpstr>Wingdings</vt:lpstr>
      <vt:lpstr>Arm_Public_2026_Lightmode</vt:lpstr>
      <vt:lpstr>Arm_Public_2026_Darkmode</vt:lpstr>
      <vt:lpstr>Introduction to  CMSIS and Keil Studio Pack for VS Code</vt:lpstr>
      <vt:lpstr>Syllabus</vt:lpstr>
      <vt:lpstr>Common Microcontroller Software Interface Standard (CMSIS)</vt:lpstr>
      <vt:lpstr>What is standardized by CMSIS? </vt:lpstr>
      <vt:lpstr>Benefits of CMSIS</vt:lpstr>
      <vt:lpstr>CMSIS Components</vt:lpstr>
      <vt:lpstr>CMSIS-RTOS2</vt:lpstr>
      <vt:lpstr>RTX5</vt:lpstr>
      <vt:lpstr>CMSIS-Driver</vt:lpstr>
      <vt:lpstr>CMSIS-DAP</vt:lpstr>
      <vt:lpstr>VS Code</vt:lpstr>
      <vt:lpstr>Keil Extensions for VS Code</vt:lpstr>
      <vt:lpstr>CMSIS Solution</vt:lpstr>
      <vt:lpstr>CMSIS Packs</vt:lpstr>
      <vt:lpstr>CMSIS Enabled Platforms</vt:lpstr>
      <vt:lpstr>High-level vs. low-level programming</vt:lpstr>
      <vt:lpstr>High-level vs. low-level programming</vt:lpstr>
      <vt:lpstr>High-level vs. low-level programming</vt:lpstr>
      <vt:lpstr>PowerPoint Presentation</vt:lpstr>
    </vt:vector>
  </TitlesOfParts>
  <Manager/>
  <Company>Arm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Tom Carter</dc:creator>
  <cp:keywords/>
  <dc:description/>
  <cp:lastModifiedBy>Tom Carter</cp:lastModifiedBy>
  <cp:revision>3</cp:revision>
  <dcterms:created xsi:type="dcterms:W3CDTF">2026-02-03T12:01:19Z</dcterms:created>
  <dcterms:modified xsi:type="dcterms:W3CDTF">2026-08-04T09:15:21Z</dcterms:modified>
  <cp:category/>
  <cp:contentStatus>Published</cp:contentStatus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45c40ffca3445d9bf3205a60bd2f6d6">
    <vt:lpwstr>Confidential|28d1025d-1415-4984-b35e-5b79e7d32b5c</vt:lpwstr>
  </property>
  <property fmtid="{D5CDD505-2E9C-101B-9397-08002B2CF9AE}" pid="3" name="TaxKeyword">
    <vt:lpwstr/>
  </property>
  <property fmtid="{D5CDD505-2E9C-101B-9397-08002B2CF9AE}" pid="4" name="_dlc_policyId">
    <vt:lpwstr>0x0101004E4B3E189D714F49A85ED613D6AE4F95|-1756139441</vt:lpwstr>
  </property>
  <property fmtid="{D5CDD505-2E9C-101B-9397-08002B2CF9AE}" pid="5" name="_dlc_DocIdItemGuid">
    <vt:lpwstr>e89a121e-355c-4cb1-879e-045fefeb8c84</vt:lpwstr>
  </property>
  <property fmtid="{D5CDD505-2E9C-101B-9397-08002B2CF9AE}" pid="6" name="_dlc_ItemStageId">
    <vt:lpwstr>1</vt:lpwstr>
  </property>
  <property fmtid="{D5CDD505-2E9C-101B-9397-08002B2CF9AE}" pid="7" name="j60c3ced31bb40378c6254d49035d966">
    <vt:lpwstr>2015|ee47c3e7-6a69-4f36-9adf-1007c8d399a4</vt:lpwstr>
  </property>
  <property fmtid="{D5CDD505-2E9C-101B-9397-08002B2CF9AE}" pid="8" name="vti_description">
    <vt:lpwstr/>
  </property>
  <property fmtid="{D5CDD505-2E9C-101B-9397-08002B2CF9AE}" pid="9" name="WorkflowChangePath">
    <vt:lpwstr>1069b4ef-e6f3-4ad7-8c8e-772136578697,10;</vt:lpwstr>
  </property>
  <property fmtid="{D5CDD505-2E9C-101B-9397-08002B2CF9AE}" pid="10" name="Confidentiality">
    <vt:lpwstr>1;#Confidential|28d1025d-1415-4984-b35e-5b79e7d32b5c</vt:lpwstr>
  </property>
  <property fmtid="{D5CDD505-2E9C-101B-9397-08002B2CF9AE}" pid="11" name="ContentTypeId">
    <vt:lpwstr>0x0101005C6975769EB1684CAB07571CAE07A11B0100BC81FA0C64ACC243A77959D9266C7751</vt:lpwstr>
  </property>
  <property fmtid="{D5CDD505-2E9C-101B-9397-08002B2CF9AE}" pid="12" name="Calendar Year">
    <vt:lpwstr>7;#2017|58467e81-5d99-44a5-abb5-12a016b65e9e</vt:lpwstr>
  </property>
  <property fmtid="{D5CDD505-2E9C-101B-9397-08002B2CF9AE}" pid="13" name="TaxCatchAll">
    <vt:lpwstr/>
  </property>
  <property fmtid="{D5CDD505-2E9C-101B-9397-08002B2CF9AE}" pid="14" name="TaxKeywordTaxHTField">
    <vt:lpwstr/>
  </property>
  <property fmtid="{D5CDD505-2E9C-101B-9397-08002B2CF9AE}" pid="15" name="ItemRetentionFormula">
    <vt:lpwstr/>
  </property>
  <property fmtid="{D5CDD505-2E9C-101B-9397-08002B2CF9AE}" pid="16" name="_dlc_LastRun">
    <vt:lpwstr>08/15/2015 23:02:11</vt:lpwstr>
  </property>
</Properties>
</file>